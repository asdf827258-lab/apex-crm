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30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359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32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66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08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93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681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9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96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22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DBF1F-36A2-4F64-BD4F-05C4BDAC2CC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59E9F-6798-432A-ACCE-EA59E4D53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7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vc.aplusga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2078331"/>
            <a:ext cx="7515225" cy="3229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7675" y="276225"/>
            <a:ext cx="11077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A+</a:t>
            </a:r>
            <a:r>
              <a:rPr lang="ko-KR" altLang="en-US" dirty="0"/>
              <a:t>화상회의 접속</a:t>
            </a:r>
            <a:r>
              <a:rPr lang="en-US" altLang="ko-KR" dirty="0"/>
              <a:t> (</a:t>
            </a:r>
            <a:r>
              <a:rPr lang="en-US" altLang="ko-KR" dirty="0">
                <a:hlinkClick r:id="rId3"/>
              </a:rPr>
              <a:t>https://vc.aplusga.com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세미나모드입장 선택 후 로그인 </a:t>
            </a:r>
            <a:r>
              <a:rPr lang="en-US" altLang="ko-KR" dirty="0"/>
              <a:t>(A+</a:t>
            </a:r>
            <a:r>
              <a:rPr lang="ko-KR" altLang="en-US" dirty="0"/>
              <a:t>월드</a:t>
            </a:r>
            <a:r>
              <a:rPr lang="en-US" altLang="ko-KR" dirty="0"/>
              <a:t>, </a:t>
            </a:r>
            <a:r>
              <a:rPr lang="ko-KR" altLang="en-US" dirty="0"/>
              <a:t>세일즈 </a:t>
            </a:r>
            <a:r>
              <a:rPr lang="en-US" altLang="ko-KR" dirty="0"/>
              <a:t>: ID, PW)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215" y="2361372"/>
            <a:ext cx="6377785" cy="2835162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5267325" y="3693228"/>
            <a:ext cx="942975" cy="49777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950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44" y="1553029"/>
            <a:ext cx="11146391" cy="38172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7675" y="276225"/>
            <a:ext cx="1107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DB</a:t>
            </a:r>
            <a:r>
              <a:rPr lang="ko-KR" altLang="en-US" dirty="0"/>
              <a:t>교육 선택 후 비밀번호 입력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825" y="3332070"/>
            <a:ext cx="3029275" cy="123529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그룹 8"/>
          <p:cNvGrpSpPr/>
          <p:nvPr/>
        </p:nvGrpSpPr>
        <p:grpSpPr>
          <a:xfrm>
            <a:off x="2836827" y="3121727"/>
            <a:ext cx="609781" cy="482242"/>
            <a:chOff x="2072680" y="887556"/>
            <a:chExt cx="1084293" cy="68945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8C84B3F-15D4-40FE-8999-914E2ED9F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27193">
              <a:off x="2072680" y="887556"/>
              <a:ext cx="1084293" cy="689457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 rot="21008002">
              <a:off x="2114005" y="1083248"/>
              <a:ext cx="939541" cy="2437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844083">
                <a:defRPr/>
              </a:pPr>
              <a:r>
                <a:rPr lang="ko-KR" altLang="en-US" sz="1108" b="1" dirty="0">
                  <a:solidFill>
                    <a:prstClr val="white"/>
                  </a:solidFill>
                  <a:effectLst>
                    <a:glow rad="76200">
                      <a:srgbClr val="FF0000"/>
                    </a:glow>
                  </a:effectLst>
                  <a:latin typeface="+mn-ea"/>
                </a:rPr>
                <a:t>선택</a:t>
              </a: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810319" y="3511102"/>
            <a:ext cx="609781" cy="482242"/>
            <a:chOff x="2072680" y="887556"/>
            <a:chExt cx="1084293" cy="68945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8C84B3F-15D4-40FE-8999-914E2ED9F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27193">
              <a:off x="2072680" y="887556"/>
              <a:ext cx="1084293" cy="689457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 rot="21008002">
              <a:off x="2114005" y="1083248"/>
              <a:ext cx="939541" cy="2437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844083">
                <a:defRPr/>
              </a:pPr>
              <a:r>
                <a:rPr lang="ko-KR" altLang="en-US" sz="1108" b="1" dirty="0">
                  <a:solidFill>
                    <a:prstClr val="white"/>
                  </a:solidFill>
                  <a:effectLst>
                    <a:glow rad="76200">
                      <a:srgbClr val="FF0000"/>
                    </a:glow>
                  </a:effectLst>
                  <a:latin typeface="+mn-ea"/>
                </a:rPr>
                <a:t>입력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822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49" y="1282701"/>
            <a:ext cx="11467826" cy="45047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7675" y="276225"/>
            <a:ext cx="1107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회의 입장 선택 후 비밀번호 입력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024" y="2886004"/>
            <a:ext cx="2333951" cy="100979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그룹 15"/>
          <p:cNvGrpSpPr/>
          <p:nvPr/>
        </p:nvGrpSpPr>
        <p:grpSpPr>
          <a:xfrm>
            <a:off x="5376681" y="5159443"/>
            <a:ext cx="609781" cy="482242"/>
            <a:chOff x="2072680" y="887556"/>
            <a:chExt cx="1084293" cy="689457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8C84B3F-15D4-40FE-8999-914E2ED9F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27193">
              <a:off x="2072680" y="887556"/>
              <a:ext cx="1084293" cy="689457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 rot="21008002">
              <a:off x="2114005" y="1083248"/>
              <a:ext cx="939541" cy="2437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844083">
                <a:defRPr/>
              </a:pPr>
              <a:r>
                <a:rPr lang="ko-KR" altLang="en-US" sz="1108" b="1" dirty="0">
                  <a:solidFill>
                    <a:prstClr val="white"/>
                  </a:solidFill>
                  <a:effectLst>
                    <a:glow rad="76200">
                      <a:srgbClr val="FF0000"/>
                    </a:glow>
                  </a:effectLst>
                  <a:latin typeface="+mn-ea"/>
                </a:rPr>
                <a:t>선택</a:t>
              </a: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6653194" y="2908657"/>
            <a:ext cx="609781" cy="482242"/>
            <a:chOff x="2072680" y="887556"/>
            <a:chExt cx="1084293" cy="689456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68C84B3F-15D4-40FE-8999-914E2ED9F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27193">
              <a:off x="2072680" y="887556"/>
              <a:ext cx="1084293" cy="689456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 rot="21008002">
              <a:off x="2114005" y="1083248"/>
              <a:ext cx="939541" cy="2437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844083">
                <a:defRPr/>
              </a:pPr>
              <a:r>
                <a:rPr lang="ko-KR" altLang="en-US" sz="1108" b="1" dirty="0">
                  <a:solidFill>
                    <a:prstClr val="white"/>
                  </a:solidFill>
                  <a:effectLst>
                    <a:glow rad="76200">
                      <a:srgbClr val="FF0000"/>
                    </a:glow>
                  </a:effectLst>
                  <a:latin typeface="+mn-ea"/>
                </a:rPr>
                <a:t>선택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268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7675" y="276225"/>
            <a:ext cx="1107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접속 완료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987420"/>
            <a:ext cx="10707371" cy="575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67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</Words>
  <Application>Microsoft Office PowerPoint</Application>
  <PresentationFormat>와이드스크린</PresentationFormat>
  <Paragraphs>10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에이플러스에셋</cp:lastModifiedBy>
  <cp:revision>3</cp:revision>
  <dcterms:created xsi:type="dcterms:W3CDTF">2026-06-05T04:33:17Z</dcterms:created>
  <dcterms:modified xsi:type="dcterms:W3CDTF">2026-06-16T02:44:04Z</dcterms:modified>
</cp:coreProperties>
</file>