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5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6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7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8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60" r:id="rId1"/>
    <p:sldMasterId id="2147483764" r:id="rId2"/>
    <p:sldMasterId id="2147483805" r:id="rId3"/>
    <p:sldMasterId id="2147483825" r:id="rId4"/>
    <p:sldMasterId id="2147483896" r:id="rId5"/>
    <p:sldMasterId id="2147483901" r:id="rId6"/>
    <p:sldMasterId id="2147483909" r:id="rId7"/>
    <p:sldMasterId id="2147483956" r:id="rId8"/>
    <p:sldMasterId id="2147484026" r:id="rId9"/>
  </p:sldMasterIdLst>
  <p:notesMasterIdLst>
    <p:notesMasterId r:id="rId14"/>
  </p:notesMasterIdLst>
  <p:handoutMasterIdLst>
    <p:handoutMasterId r:id="rId15"/>
  </p:handoutMasterIdLst>
  <p:sldIdLst>
    <p:sldId id="726" r:id="rId10"/>
    <p:sldId id="727" r:id="rId11"/>
    <p:sldId id="729" r:id="rId12"/>
    <p:sldId id="730" r:id="rId13"/>
  </p:sldIdLst>
  <p:sldSz cx="9906000" cy="6858000" type="A4"/>
  <p:notesSz cx="6797675" cy="9929813"/>
  <p:embeddedFontLst>
    <p:embeddedFont>
      <p:font typeface="a고딕14" panose="02020600000000000000" pitchFamily="18" charset="-127"/>
      <p:regular r:id="rId16"/>
    </p:embeddedFont>
    <p:embeddedFont>
      <p:font typeface="HY견고딕" panose="02030600000101010101" pitchFamily="18" charset="-127"/>
      <p:regular r:id="rId17"/>
    </p:embeddedFont>
    <p:embeddedFont>
      <p:font typeface="Tahoma" panose="020B0604030504040204" pitchFamily="34" charset="0"/>
      <p:regular r:id="rId18"/>
      <p:bold r:id="rId19"/>
    </p:embeddedFont>
    <p:embeddedFont>
      <p:font typeface="나눔고딕" panose="020D0604000000000000" pitchFamily="34" charset="-127"/>
      <p:regular r:id="rId20"/>
      <p:bold r:id="rId21"/>
    </p:embeddedFont>
    <p:embeddedFont>
      <p:font typeface="나눔고딕 ExtraBold" panose="020D0904000000000000" pitchFamily="34" charset="-127"/>
      <p:bold r:id="rId22"/>
    </p:embeddedFont>
    <p:embeddedFont>
      <p:font typeface="나눔스퀘어" panose="020B0600000101010101" pitchFamily="34" charset="-127"/>
      <p:regular r:id="rId23"/>
    </p:embeddedFont>
    <p:embeddedFont>
      <p:font typeface="나눔스퀘어 ExtraBold" panose="020B0600000101010101" pitchFamily="34" charset="-127"/>
      <p:bold r:id="rId24"/>
    </p:embeddedFont>
    <p:embeddedFont>
      <p:font typeface="맑은 고딕" panose="020B0503020000020004" pitchFamily="34" charset="-127"/>
      <p:regular r:id="rId25"/>
      <p:bold r:id="rId26"/>
    </p:embeddedFont>
  </p:embeddedFontLst>
  <p:defaultTextStyle>
    <a:defPPr>
      <a:defRPr lang="ko-KR"/>
    </a:defPPr>
    <a:lvl1pPr marL="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 userDrawn="1">
          <p15:clr>
            <a:srgbClr val="A4A3A4"/>
          </p15:clr>
        </p15:guide>
        <p15:guide id="2" pos="2871" userDrawn="1">
          <p15:clr>
            <a:srgbClr val="A4A3A4"/>
          </p15:clr>
        </p15:guide>
        <p15:guide id="3" pos="31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조홍원" initials="조" lastIdx="5" clrIdx="0">
    <p:extLst>
      <p:ext uri="{19B8F6BF-5375-455C-9EA6-DF929625EA0E}">
        <p15:presenceInfo xmlns:p15="http://schemas.microsoft.com/office/powerpoint/2012/main" userId="조홍원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4883"/>
    <a:srgbClr val="FFFF99"/>
    <a:srgbClr val="FF9900"/>
    <a:srgbClr val="0033A0"/>
    <a:srgbClr val="FFFFCC"/>
    <a:srgbClr val="C55A11"/>
    <a:srgbClr val="F4B183"/>
    <a:srgbClr val="FFFF66"/>
    <a:srgbClr val="8FAA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6391" autoAdjust="0"/>
  </p:normalViewPr>
  <p:slideViewPr>
    <p:cSldViewPr snapToGrid="0" showGuides="1">
      <p:cViewPr varScale="1">
        <p:scale>
          <a:sx n="110" d="100"/>
          <a:sy n="110" d="100"/>
        </p:scale>
        <p:origin x="1248" y="114"/>
      </p:cViewPr>
      <p:guideLst>
        <p:guide orient="horz" pos="4110"/>
        <p:guide pos="2871"/>
        <p:guide pos="3143"/>
      </p:guideLst>
    </p:cSldViewPr>
  </p:slideViewPr>
  <p:outlineViewPr>
    <p:cViewPr>
      <p:scale>
        <a:sx n="33" d="100"/>
        <a:sy n="33" d="100"/>
      </p:scale>
      <p:origin x="0" y="-36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14304"/>
    </p:cViewPr>
  </p:sorterViewPr>
  <p:notesViewPr>
    <p:cSldViewPr snapToGrid="0">
      <p:cViewPr varScale="1">
        <p:scale>
          <a:sx n="81" d="100"/>
          <a:sy n="81" d="100"/>
        </p:scale>
        <p:origin x="399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4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6.fntdata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font" Target="fonts/font9.fntdata"/><Relationship Id="rId5" Type="http://schemas.openxmlformats.org/officeDocument/2006/relationships/slideMaster" Target="slideMasters/slideMaster5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1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9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6E7AC6-74B0-4AE6-8227-9B2E49E34DCB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1338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9" y="9431338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056874-F4C1-499F-9273-3F743C955C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82076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419DC8-84F9-442E-B221-D48C5A312170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8723"/>
            <a:ext cx="5438140" cy="390986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160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160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82E962-A53A-44A8-94E3-5D5ECC638C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695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D9BA9A-84F2-4D75-B4A9-8BA005D2B84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838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Relationship Id="rId4" Type="http://schemas.microsoft.com/office/2007/relationships/hdphoto" Target="../media/hdphoto5.wdp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6.xml"/><Relationship Id="rId5" Type="http://schemas.microsoft.com/office/2007/relationships/hdphoto" Target="../media/hdphoto7.wdp"/><Relationship Id="rId4" Type="http://schemas.openxmlformats.org/officeDocument/2006/relationships/image" Target="../media/image17.png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7.xml"/><Relationship Id="rId4" Type="http://schemas.microsoft.com/office/2007/relationships/hdphoto" Target="../media/hdphoto7.wdp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7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8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9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9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검정색교안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슬라이드 번호 개체 틀 5">
            <a:extLst>
              <a:ext uri="{FF2B5EF4-FFF2-40B4-BE49-F238E27FC236}">
                <a16:creationId xmlns:a16="http://schemas.microsoft.com/office/drawing/2014/main" id="{B66D8BA5-72F6-68CC-2336-EDF5D25B68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62090" y="6584332"/>
            <a:ext cx="343959" cy="274347"/>
          </a:xfrm>
          <a:prstGeom prst="rect">
            <a:avLst/>
          </a:prstGeom>
        </p:spPr>
        <p:txBody>
          <a:bodyPr vert="horz" lIns="0" tIns="0" rIns="98355" bIns="65571" rtlCol="0" anchor="ctr"/>
          <a:lstStyle>
            <a:lvl1pPr marL="0" algn="r" defTabSz="793888" rtl="0" eaLnBrk="1" latinLnBrk="1" hangingPunct="1">
              <a:defRPr lang="ko-KR" altLang="en-US" sz="866" b="1" kern="1200" spc="-79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fld id="{D76F8EBF-0EDC-4EDF-A7F9-44AE75FD6F84}" type="slidenum">
              <a:rPr lang="en-US" altLang="ko-KR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</a:rPr>
              <a:pPr/>
              <a:t>‹#›</a:t>
            </a:fld>
            <a:endParaRPr lang="en-US" altLang="ko-KR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3B015E1-BCC3-D387-F788-62A8B16EE5F3}"/>
              </a:ext>
            </a:extLst>
          </p:cNvPr>
          <p:cNvSpPr/>
          <p:nvPr userDrawn="1"/>
        </p:nvSpPr>
        <p:spPr>
          <a:xfrm>
            <a:off x="135498" y="396717"/>
            <a:ext cx="9635033" cy="6123217"/>
          </a:xfrm>
          <a:prstGeom prst="rect">
            <a:avLst/>
          </a:prstGeom>
          <a:solidFill>
            <a:schemeClr val="bg1"/>
          </a:solidFill>
          <a:ln w="476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215" tIns="45107" rIns="90215" bIns="45107" rtlCol="0" anchor="ctr"/>
          <a:lstStyle/>
          <a:p>
            <a:pPr algn="ctr" defTabSz="451045" latinLnBrk="0"/>
            <a:endParaRPr lang="ko-KR" altLang="en-US" sz="1733" dirty="0">
              <a:solidFill>
                <a:prstClr val="white"/>
              </a:solidFill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4925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검정색교안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슬라이드 번호 개체 틀 5">
            <a:extLst>
              <a:ext uri="{FF2B5EF4-FFF2-40B4-BE49-F238E27FC236}">
                <a16:creationId xmlns:a16="http://schemas.microsoft.com/office/drawing/2014/main" id="{B66D8BA5-72F6-68CC-2336-EDF5D25B68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62090" y="6584332"/>
            <a:ext cx="343959" cy="274347"/>
          </a:xfrm>
          <a:prstGeom prst="rect">
            <a:avLst/>
          </a:prstGeom>
        </p:spPr>
        <p:txBody>
          <a:bodyPr vert="horz" lIns="0" tIns="0" rIns="98355" bIns="65571" rtlCol="0" anchor="ctr"/>
          <a:lstStyle>
            <a:lvl1pPr marL="0" algn="r" defTabSz="793888" rtl="0" eaLnBrk="1" latinLnBrk="1" hangingPunct="1">
              <a:defRPr lang="ko-KR" altLang="en-US" sz="866" b="1" kern="1200" spc="-79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fld id="{D76F8EBF-0EDC-4EDF-A7F9-44AE75FD6F84}" type="slidenum">
              <a:rPr lang="en-US" altLang="ko-KR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</a:rPr>
              <a:pPr/>
              <a:t>‹#›</a:t>
            </a:fld>
            <a:endParaRPr lang="en-US" altLang="ko-KR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5874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의자, 파란색, 우산, 보트이(가) 표시된 사진&#10;&#10;자동 생성된 설명">
            <a:extLst>
              <a:ext uri="{FF2B5EF4-FFF2-40B4-BE49-F238E27FC236}">
                <a16:creationId xmlns:a16="http://schemas.microsoft.com/office/drawing/2014/main" id="{52E4922C-19AF-A988-77CB-DCBA5ECA75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6" name="그래픽 4">
            <a:extLst>
              <a:ext uri="{FF2B5EF4-FFF2-40B4-BE49-F238E27FC236}">
                <a16:creationId xmlns:a16="http://schemas.microsoft.com/office/drawing/2014/main" id="{A4EED810-E989-998C-5EAA-20A97C1A3910}"/>
              </a:ext>
            </a:extLst>
          </p:cNvPr>
          <p:cNvSpPr/>
          <p:nvPr userDrawn="1"/>
        </p:nvSpPr>
        <p:spPr>
          <a:xfrm>
            <a:off x="-2" y="4457912"/>
            <a:ext cx="9424492" cy="2400088"/>
          </a:xfrm>
          <a:custGeom>
            <a:avLst/>
            <a:gdLst>
              <a:gd name="connsiteX0" fmla="*/ 6507957 w 6507956"/>
              <a:gd name="connsiteY0" fmla="*/ 3577685 h 3577685"/>
              <a:gd name="connsiteX1" fmla="*/ 0 w 6507956"/>
              <a:gd name="connsiteY1" fmla="*/ 3577685 h 3577685"/>
              <a:gd name="connsiteX2" fmla="*/ 0 w 6507956"/>
              <a:gd name="connsiteY2" fmla="*/ 0 h 3577685"/>
              <a:gd name="connsiteX3" fmla="*/ 1977200 w 6507956"/>
              <a:gd name="connsiteY3" fmla="*/ 1710785 h 3577685"/>
              <a:gd name="connsiteX4" fmla="*/ 5362099 w 6507956"/>
              <a:gd name="connsiteY4" fmla="*/ 2201704 h 3577685"/>
              <a:gd name="connsiteX5" fmla="*/ 6507957 w 6507956"/>
              <a:gd name="connsiteY5" fmla="*/ 3577685 h 3577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07956" h="3577685">
                <a:moveTo>
                  <a:pt x="6507957" y="3577685"/>
                </a:moveTo>
                <a:lnTo>
                  <a:pt x="0" y="3577685"/>
                </a:lnTo>
                <a:lnTo>
                  <a:pt x="0" y="0"/>
                </a:lnTo>
                <a:cubicBezTo>
                  <a:pt x="0" y="0"/>
                  <a:pt x="519589" y="1158335"/>
                  <a:pt x="1977200" y="1710785"/>
                </a:cubicBezTo>
                <a:cubicBezTo>
                  <a:pt x="3128677" y="2147221"/>
                  <a:pt x="4339590" y="1706594"/>
                  <a:pt x="5362099" y="2201704"/>
                </a:cubicBezTo>
                <a:cubicBezTo>
                  <a:pt x="5844826" y="2435447"/>
                  <a:pt x="6300788" y="2917889"/>
                  <a:pt x="6507957" y="3577685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lIns="90215" tIns="45107" rIns="90215" bIns="45107" rtlCol="0" anchor="ctr"/>
          <a:lstStyle/>
          <a:p>
            <a:pPr defTabSz="451045" latinLnBrk="0"/>
            <a:endParaRPr lang="ko-KR" altLang="en-US" sz="1733">
              <a:solidFill>
                <a:prstClr val="black"/>
              </a:solidFill>
            </a:endParaRPr>
          </a:p>
        </p:txBody>
      </p:sp>
      <p:sp>
        <p:nvSpPr>
          <p:cNvPr id="7" name="그래픽 13">
            <a:extLst>
              <a:ext uri="{FF2B5EF4-FFF2-40B4-BE49-F238E27FC236}">
                <a16:creationId xmlns:a16="http://schemas.microsoft.com/office/drawing/2014/main" id="{CCABF572-35E3-7411-2FA1-60A01698130D}"/>
              </a:ext>
            </a:extLst>
          </p:cNvPr>
          <p:cNvSpPr/>
          <p:nvPr userDrawn="1"/>
        </p:nvSpPr>
        <p:spPr>
          <a:xfrm>
            <a:off x="6397790" y="26"/>
            <a:ext cx="3508210" cy="822421"/>
          </a:xfrm>
          <a:custGeom>
            <a:avLst/>
            <a:gdLst>
              <a:gd name="connsiteX0" fmla="*/ 1472375 w 1472374"/>
              <a:gd name="connsiteY0" fmla="*/ 0 h 970026"/>
              <a:gd name="connsiteX1" fmla="*/ 1472375 w 1472374"/>
              <a:gd name="connsiteY1" fmla="*/ 970026 h 970026"/>
              <a:gd name="connsiteX2" fmla="*/ 0 w 1472374"/>
              <a:gd name="connsiteY2" fmla="*/ 0 h 970026"/>
              <a:gd name="connsiteX3" fmla="*/ 1472375 w 1472374"/>
              <a:gd name="connsiteY3" fmla="*/ 0 h 970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2374" h="970026">
                <a:moveTo>
                  <a:pt x="1472375" y="0"/>
                </a:moveTo>
                <a:lnTo>
                  <a:pt x="1472375" y="970026"/>
                </a:lnTo>
                <a:cubicBezTo>
                  <a:pt x="1472375" y="970026"/>
                  <a:pt x="564070" y="970026"/>
                  <a:pt x="0" y="0"/>
                </a:cubicBezTo>
                <a:lnTo>
                  <a:pt x="1472375" y="0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lIns="90215" tIns="45107" rIns="90215" bIns="45107" rtlCol="0" anchor="ctr"/>
          <a:lstStyle/>
          <a:p>
            <a:pPr defTabSz="451045" latinLnBrk="0"/>
            <a:endParaRPr lang="ko-KR" altLang="en-US" sz="1733">
              <a:solidFill>
                <a:prstClr val="black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D3D037-CC34-9559-F43D-39BD009275A6}"/>
              </a:ext>
            </a:extLst>
          </p:cNvPr>
          <p:cNvSpPr txBox="1"/>
          <p:nvPr userDrawn="1"/>
        </p:nvSpPr>
        <p:spPr>
          <a:xfrm>
            <a:off x="145688" y="6393396"/>
            <a:ext cx="6571820" cy="317823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txBody>
          <a:bodyPr wrap="none" lIns="71035" tIns="35518" rIns="71035" bIns="35518" rtlCol="0" anchor="ctr">
            <a:spAutoFit/>
          </a:bodyPr>
          <a:lstStyle/>
          <a:p>
            <a:pPr defTabSz="451045" latinLnBrk="0">
              <a:spcAft>
                <a:spcPts val="100"/>
              </a:spcAft>
              <a:defRPr/>
            </a:pPr>
            <a:r>
              <a:rPr lang="ko-KR" altLang="en-US" sz="758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 자료는 사내 교육</a:t>
            </a:r>
            <a:r>
              <a:rPr lang="en-US" altLang="ko-KR" sz="758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758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회의</a:t>
            </a:r>
            <a:r>
              <a:rPr lang="en-US" altLang="ko-KR" sz="758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758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용 자료</a:t>
            </a:r>
            <a:r>
              <a:rPr lang="ko-KR" altLang="en-US" sz="758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로서 외부유출 금지 및 고객에게 설명</a:t>
            </a:r>
            <a:r>
              <a:rPr lang="en-US" altLang="ko-KR" sz="758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758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교부</a:t>
            </a:r>
            <a:r>
              <a:rPr lang="en-US" altLang="ko-KR" sz="758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58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배포</a:t>
            </a:r>
            <a:r>
              <a:rPr lang="en-US" altLang="ko-KR" sz="758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58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전송 또는 온라인 게시 등 광고</a:t>
            </a:r>
            <a:r>
              <a:rPr lang="en-US" altLang="ko-KR" sz="758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758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선전물로 활용이 </a:t>
            </a:r>
            <a:r>
              <a:rPr lang="ko-KR" altLang="en-US" sz="758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금지되며</a:t>
            </a:r>
            <a:r>
              <a:rPr lang="en-US" altLang="ko-KR" sz="758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58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무단 </a:t>
            </a:r>
            <a:r>
              <a:rPr lang="ko-KR" altLang="en-US" sz="758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전재</a:t>
            </a:r>
            <a:r>
              <a:rPr lang="en-US" altLang="ko-KR" sz="758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758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배포</a:t>
            </a:r>
            <a:r>
              <a:rPr lang="en-US" altLang="ko-KR" sz="758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758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변형을 금지합니다</a:t>
            </a:r>
            <a:r>
              <a:rPr lang="en-US" altLang="ko-KR" sz="758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defTabSz="451045" latinLnBrk="0">
              <a:spcAft>
                <a:spcPts val="100"/>
              </a:spcAft>
              <a:defRPr/>
            </a:pPr>
            <a:r>
              <a:rPr lang="ko-KR" altLang="en-US" sz="758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이를 준수하지 않을 경우 </a:t>
            </a:r>
            <a:r>
              <a:rPr lang="ko-KR" altLang="en-US" sz="758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금융소비자보호법에 따른 과태료부과 등 민</a:t>
            </a:r>
            <a:r>
              <a:rPr lang="en-US" altLang="ko-KR" sz="758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758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형사상의 책임을 물을 수 있습니다</a:t>
            </a:r>
            <a:r>
              <a:rPr lang="en-US" altLang="ko-KR" sz="758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854190C-E2BC-8069-A7A1-B58FF254E3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231" y="5915862"/>
            <a:ext cx="2376836" cy="248533"/>
          </a:xfrm>
          <a:prstGeom prst="rect">
            <a:avLst/>
          </a:prstGeom>
        </p:spPr>
      </p:pic>
      <p:sp>
        <p:nvSpPr>
          <p:cNvPr id="9" name="바닥글 개체 틀 4">
            <a:extLst>
              <a:ext uri="{FF2B5EF4-FFF2-40B4-BE49-F238E27FC236}">
                <a16:creationId xmlns:a16="http://schemas.microsoft.com/office/drawing/2014/main" id="{8CD3F365-B117-04B8-C6B4-23ECA1ACE1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53050" y="80005"/>
            <a:ext cx="719020" cy="19996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rgbClr val="FF0000"/>
            </a:solidFill>
          </a:ln>
        </p:spPr>
        <p:txBody>
          <a:bodyPr vert="horz" wrap="none" lIns="0" tIns="0" rIns="0" bIns="0" rtlCol="0" anchor="ctr">
            <a:noAutofit/>
          </a:bodyPr>
          <a:lstStyle>
            <a:lvl1pPr marL="0" algn="ctr" defTabSz="451045" rtl="0" eaLnBrk="1" latinLnBrk="0" hangingPunct="1">
              <a:defRPr lang="ko-KR" altLang="en-US" sz="866" b="0" kern="120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defRPr>
            </a:lvl1pPr>
          </a:lstStyle>
          <a:p>
            <a:r>
              <a:rPr lang="ko-KR" altLang="en-US" dirty="0" err="1">
                <a:ln>
                  <a:solidFill>
                    <a:prstClr val="white">
                      <a:alpha val="0"/>
                    </a:prstClr>
                  </a:solidFill>
                </a:ln>
              </a:rPr>
              <a:t>사내교육용</a:t>
            </a:r>
            <a:endParaRPr lang="ko-KR" altLang="en-US" dirty="0">
              <a:ln>
                <a:solidFill>
                  <a:prstClr val="white">
                    <a:alpha val="0"/>
                  </a:prst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901744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검정색교안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슬라이드 번호 개체 틀 5">
            <a:extLst>
              <a:ext uri="{FF2B5EF4-FFF2-40B4-BE49-F238E27FC236}">
                <a16:creationId xmlns:a16="http://schemas.microsoft.com/office/drawing/2014/main" id="{B66D8BA5-72F6-68CC-2336-EDF5D25B68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62089" y="6584308"/>
            <a:ext cx="343959" cy="274346"/>
          </a:xfrm>
          <a:prstGeom prst="rect">
            <a:avLst/>
          </a:prstGeom>
        </p:spPr>
        <p:txBody>
          <a:bodyPr vert="horz" lIns="0" tIns="0" rIns="98366" bIns="65578" rtlCol="0" anchor="ctr"/>
          <a:lstStyle>
            <a:lvl1pPr marL="0" algn="r" defTabSz="793977" rtl="0" eaLnBrk="1" latinLnBrk="1" hangingPunct="1">
              <a:defRPr lang="ko-KR" altLang="en-US" sz="866" b="1" kern="1200" spc="-79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>
              <a:defRPr/>
            </a:pPr>
            <a:fld id="{D76F8EBF-0EDC-4EDF-A7F9-44AE75FD6F84}" type="slidenum">
              <a:rPr lang="en-US" altLang="ko-KR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US" altLang="ko-KR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3B015E1-BCC3-D387-F788-62A8B16EE5F3}"/>
              </a:ext>
            </a:extLst>
          </p:cNvPr>
          <p:cNvSpPr/>
          <p:nvPr userDrawn="1"/>
        </p:nvSpPr>
        <p:spPr>
          <a:xfrm>
            <a:off x="135494" y="396716"/>
            <a:ext cx="9635033" cy="6123217"/>
          </a:xfrm>
          <a:prstGeom prst="rect">
            <a:avLst/>
          </a:prstGeom>
          <a:solidFill>
            <a:schemeClr val="bg1"/>
          </a:solidFill>
          <a:ln w="476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225" tIns="45112" rIns="90225" bIns="45112" rtlCol="0" anchor="ctr"/>
          <a:lstStyle/>
          <a:p>
            <a:pPr algn="ctr" defTabSz="451098" latinLnBrk="0">
              <a:defRPr/>
            </a:pPr>
            <a:endParaRPr lang="ko-KR" altLang="en-US" sz="1733" dirty="0">
              <a:solidFill>
                <a:prstClr val="white"/>
              </a:solidFill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4575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검정색교안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슬라이드 번호 개체 틀 5">
            <a:extLst>
              <a:ext uri="{FF2B5EF4-FFF2-40B4-BE49-F238E27FC236}">
                <a16:creationId xmlns:a16="http://schemas.microsoft.com/office/drawing/2014/main" id="{B66D8BA5-72F6-68CC-2336-EDF5D25B68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62089" y="6584308"/>
            <a:ext cx="343959" cy="274346"/>
          </a:xfrm>
          <a:prstGeom prst="rect">
            <a:avLst/>
          </a:prstGeom>
        </p:spPr>
        <p:txBody>
          <a:bodyPr vert="horz" lIns="0" tIns="0" rIns="98366" bIns="65578" rtlCol="0" anchor="ctr"/>
          <a:lstStyle>
            <a:lvl1pPr marL="0" algn="r" defTabSz="793977" rtl="0" eaLnBrk="1" latinLnBrk="1" hangingPunct="1">
              <a:defRPr lang="ko-KR" altLang="en-US" sz="866" b="1" kern="1200" spc="-79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>
              <a:defRPr/>
            </a:pPr>
            <a:fld id="{D76F8EBF-0EDC-4EDF-A7F9-44AE75FD6F84}" type="slidenum">
              <a:rPr lang="en-US" altLang="ko-KR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US" altLang="ko-KR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6550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의자, 파란색, 우산, 보트이(가) 표시된 사진&#10;&#10;자동 생성된 설명">
            <a:extLst>
              <a:ext uri="{FF2B5EF4-FFF2-40B4-BE49-F238E27FC236}">
                <a16:creationId xmlns:a16="http://schemas.microsoft.com/office/drawing/2014/main" id="{52E4922C-19AF-A988-77CB-DCBA5ECA75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6" name="그래픽 4">
            <a:extLst>
              <a:ext uri="{FF2B5EF4-FFF2-40B4-BE49-F238E27FC236}">
                <a16:creationId xmlns:a16="http://schemas.microsoft.com/office/drawing/2014/main" id="{A4EED810-E989-998C-5EAA-20A97C1A3910}"/>
              </a:ext>
            </a:extLst>
          </p:cNvPr>
          <p:cNvSpPr/>
          <p:nvPr userDrawn="1"/>
        </p:nvSpPr>
        <p:spPr>
          <a:xfrm>
            <a:off x="-2" y="4457912"/>
            <a:ext cx="9424492" cy="2400088"/>
          </a:xfrm>
          <a:custGeom>
            <a:avLst/>
            <a:gdLst>
              <a:gd name="connsiteX0" fmla="*/ 6507957 w 6507956"/>
              <a:gd name="connsiteY0" fmla="*/ 3577685 h 3577685"/>
              <a:gd name="connsiteX1" fmla="*/ 0 w 6507956"/>
              <a:gd name="connsiteY1" fmla="*/ 3577685 h 3577685"/>
              <a:gd name="connsiteX2" fmla="*/ 0 w 6507956"/>
              <a:gd name="connsiteY2" fmla="*/ 0 h 3577685"/>
              <a:gd name="connsiteX3" fmla="*/ 1977200 w 6507956"/>
              <a:gd name="connsiteY3" fmla="*/ 1710785 h 3577685"/>
              <a:gd name="connsiteX4" fmla="*/ 5362099 w 6507956"/>
              <a:gd name="connsiteY4" fmla="*/ 2201704 h 3577685"/>
              <a:gd name="connsiteX5" fmla="*/ 6507957 w 6507956"/>
              <a:gd name="connsiteY5" fmla="*/ 3577685 h 3577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07956" h="3577685">
                <a:moveTo>
                  <a:pt x="6507957" y="3577685"/>
                </a:moveTo>
                <a:lnTo>
                  <a:pt x="0" y="3577685"/>
                </a:lnTo>
                <a:lnTo>
                  <a:pt x="0" y="0"/>
                </a:lnTo>
                <a:cubicBezTo>
                  <a:pt x="0" y="0"/>
                  <a:pt x="519589" y="1158335"/>
                  <a:pt x="1977200" y="1710785"/>
                </a:cubicBezTo>
                <a:cubicBezTo>
                  <a:pt x="3128677" y="2147221"/>
                  <a:pt x="4339590" y="1706594"/>
                  <a:pt x="5362099" y="2201704"/>
                </a:cubicBezTo>
                <a:cubicBezTo>
                  <a:pt x="5844826" y="2435447"/>
                  <a:pt x="6300788" y="2917889"/>
                  <a:pt x="6507957" y="3577685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lIns="90225" tIns="45112" rIns="90225" bIns="45112" rtlCol="0" anchor="ctr"/>
          <a:lstStyle/>
          <a:p>
            <a:pPr defTabSz="451098" latinLnBrk="0">
              <a:defRPr/>
            </a:pPr>
            <a:endParaRPr lang="ko-KR" altLang="en-US" sz="1733">
              <a:solidFill>
                <a:prstClr val="black"/>
              </a:solidFill>
            </a:endParaRPr>
          </a:p>
        </p:txBody>
      </p:sp>
      <p:sp>
        <p:nvSpPr>
          <p:cNvPr id="7" name="그래픽 13">
            <a:extLst>
              <a:ext uri="{FF2B5EF4-FFF2-40B4-BE49-F238E27FC236}">
                <a16:creationId xmlns:a16="http://schemas.microsoft.com/office/drawing/2014/main" id="{CCABF572-35E3-7411-2FA1-60A01698130D}"/>
              </a:ext>
            </a:extLst>
          </p:cNvPr>
          <p:cNvSpPr/>
          <p:nvPr userDrawn="1"/>
        </p:nvSpPr>
        <p:spPr>
          <a:xfrm>
            <a:off x="6397790" y="23"/>
            <a:ext cx="3508210" cy="822421"/>
          </a:xfrm>
          <a:custGeom>
            <a:avLst/>
            <a:gdLst>
              <a:gd name="connsiteX0" fmla="*/ 1472375 w 1472374"/>
              <a:gd name="connsiteY0" fmla="*/ 0 h 970026"/>
              <a:gd name="connsiteX1" fmla="*/ 1472375 w 1472374"/>
              <a:gd name="connsiteY1" fmla="*/ 970026 h 970026"/>
              <a:gd name="connsiteX2" fmla="*/ 0 w 1472374"/>
              <a:gd name="connsiteY2" fmla="*/ 0 h 970026"/>
              <a:gd name="connsiteX3" fmla="*/ 1472375 w 1472374"/>
              <a:gd name="connsiteY3" fmla="*/ 0 h 970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2374" h="970026">
                <a:moveTo>
                  <a:pt x="1472375" y="0"/>
                </a:moveTo>
                <a:lnTo>
                  <a:pt x="1472375" y="970026"/>
                </a:lnTo>
                <a:cubicBezTo>
                  <a:pt x="1472375" y="970026"/>
                  <a:pt x="564070" y="970026"/>
                  <a:pt x="0" y="0"/>
                </a:cubicBezTo>
                <a:lnTo>
                  <a:pt x="1472375" y="0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lIns="90225" tIns="45112" rIns="90225" bIns="45112" rtlCol="0" anchor="ctr"/>
          <a:lstStyle/>
          <a:p>
            <a:pPr defTabSz="451098" latinLnBrk="0">
              <a:defRPr/>
            </a:pPr>
            <a:endParaRPr lang="ko-KR" altLang="en-US" sz="1733">
              <a:solidFill>
                <a:prstClr val="black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D3D037-CC34-9559-F43D-39BD009275A6}"/>
              </a:ext>
            </a:extLst>
          </p:cNvPr>
          <p:cNvSpPr txBox="1"/>
          <p:nvPr userDrawn="1"/>
        </p:nvSpPr>
        <p:spPr>
          <a:xfrm>
            <a:off x="145690" y="6393392"/>
            <a:ext cx="6571838" cy="317829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txBody>
          <a:bodyPr wrap="none" lIns="71044" tIns="35521" rIns="71044" bIns="35521" rtlCol="0" anchor="ctr">
            <a:spAutoFit/>
          </a:bodyPr>
          <a:lstStyle/>
          <a:p>
            <a:pPr defTabSz="451098" latinLnBrk="0">
              <a:spcAft>
                <a:spcPts val="99"/>
              </a:spcAft>
              <a:defRPr/>
            </a:pPr>
            <a:r>
              <a:rPr lang="ko-KR" altLang="en-US" sz="758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 자료는 사내 교육</a:t>
            </a:r>
            <a:r>
              <a:rPr lang="en-US" altLang="ko-KR" sz="758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758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회의</a:t>
            </a:r>
            <a:r>
              <a:rPr lang="en-US" altLang="ko-KR" sz="758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758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용 자료</a:t>
            </a:r>
            <a:r>
              <a:rPr lang="ko-KR" altLang="en-US" sz="758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로서 외부유출 금지 및 고객에게 설명</a:t>
            </a:r>
            <a:r>
              <a:rPr lang="en-US" altLang="ko-KR" sz="758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758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교부</a:t>
            </a:r>
            <a:r>
              <a:rPr lang="en-US" altLang="ko-KR" sz="758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58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배포</a:t>
            </a:r>
            <a:r>
              <a:rPr lang="en-US" altLang="ko-KR" sz="758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58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전송 또는 온라인 게시 등 광고</a:t>
            </a:r>
            <a:r>
              <a:rPr lang="en-US" altLang="ko-KR" sz="758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758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선전물로 활용이 </a:t>
            </a:r>
            <a:r>
              <a:rPr lang="ko-KR" altLang="en-US" sz="758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금지되며</a:t>
            </a:r>
            <a:r>
              <a:rPr lang="en-US" altLang="ko-KR" sz="758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758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무단 </a:t>
            </a:r>
            <a:r>
              <a:rPr lang="ko-KR" altLang="en-US" sz="758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전재</a:t>
            </a:r>
            <a:r>
              <a:rPr lang="en-US" altLang="ko-KR" sz="758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758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배포</a:t>
            </a:r>
            <a:r>
              <a:rPr lang="en-US" altLang="ko-KR" sz="758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758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변형을 금지합니다</a:t>
            </a:r>
            <a:r>
              <a:rPr lang="en-US" altLang="ko-KR" sz="758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defTabSz="451098" latinLnBrk="0">
              <a:spcAft>
                <a:spcPts val="99"/>
              </a:spcAft>
              <a:defRPr/>
            </a:pPr>
            <a:r>
              <a:rPr lang="ko-KR" altLang="en-US" sz="758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이를 준수하지 않을 경우 </a:t>
            </a:r>
            <a:r>
              <a:rPr lang="ko-KR" altLang="en-US" sz="758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금융소비자보호법에 따른 과태료부과 등 민</a:t>
            </a:r>
            <a:r>
              <a:rPr lang="en-US" altLang="ko-KR" sz="758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758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형사상의 책임을 물을 수 있습니다</a:t>
            </a:r>
            <a:r>
              <a:rPr lang="en-US" altLang="ko-KR" sz="758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854190C-E2BC-8069-A7A1-B58FF254E3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231" y="5915859"/>
            <a:ext cx="2376836" cy="248533"/>
          </a:xfrm>
          <a:prstGeom prst="rect">
            <a:avLst/>
          </a:prstGeom>
        </p:spPr>
      </p:pic>
      <p:sp>
        <p:nvSpPr>
          <p:cNvPr id="9" name="바닥글 개체 틀 4">
            <a:extLst>
              <a:ext uri="{FF2B5EF4-FFF2-40B4-BE49-F238E27FC236}">
                <a16:creationId xmlns:a16="http://schemas.microsoft.com/office/drawing/2014/main" id="{8CD3F365-B117-04B8-C6B4-23ECA1ACE1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53050" y="80005"/>
            <a:ext cx="719020" cy="19996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rgbClr val="FF0000"/>
            </a:solidFill>
          </a:ln>
        </p:spPr>
        <p:txBody>
          <a:bodyPr vert="horz" wrap="none" lIns="0" tIns="0" rIns="0" bIns="0" rtlCol="0" anchor="ctr">
            <a:noAutofit/>
          </a:bodyPr>
          <a:lstStyle>
            <a:lvl1pPr marL="0" algn="ctr" defTabSz="451098" rtl="0" eaLnBrk="1" latinLnBrk="0" hangingPunct="1">
              <a:defRPr lang="ko-KR" altLang="en-US" sz="866" b="0" kern="120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defRPr>
            </a:lvl1pPr>
          </a:lstStyle>
          <a:p>
            <a:pPr>
              <a:defRPr/>
            </a:pPr>
            <a:r>
              <a:rPr lang="ko-KR" altLang="en-US" dirty="0" err="1">
                <a:ln>
                  <a:solidFill>
                    <a:prstClr val="white">
                      <a:alpha val="0"/>
                    </a:prstClr>
                  </a:solidFill>
                </a:ln>
              </a:rPr>
              <a:t>사내교육용</a:t>
            </a:r>
            <a:endParaRPr lang="ko-KR" altLang="en-US" dirty="0">
              <a:ln>
                <a:solidFill>
                  <a:prstClr val="white">
                    <a:alpha val="0"/>
                  </a:prst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501794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검정색교안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슬라이드 번호 개체 틀 5">
            <a:extLst>
              <a:ext uri="{FF2B5EF4-FFF2-40B4-BE49-F238E27FC236}">
                <a16:creationId xmlns:a16="http://schemas.microsoft.com/office/drawing/2014/main" id="{B66D8BA5-72F6-68CC-2336-EDF5D25B68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62083" y="6584308"/>
            <a:ext cx="343959" cy="274346"/>
          </a:xfrm>
          <a:prstGeom prst="rect">
            <a:avLst/>
          </a:prstGeom>
        </p:spPr>
        <p:txBody>
          <a:bodyPr vert="horz" lIns="0" tIns="0" rIns="108000" bIns="72000" rtlCol="0" anchor="ctr"/>
          <a:lstStyle>
            <a:lvl1pPr marL="0" algn="r" defTabSz="768789" rtl="0" eaLnBrk="1" latinLnBrk="1" hangingPunct="1">
              <a:defRPr lang="ko-KR" altLang="en-US" sz="860" b="1" kern="1200" spc="-77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>
              <a:defRPr/>
            </a:pPr>
            <a:fld id="{D76F8EBF-0EDC-4EDF-A7F9-44AE75FD6F84}" type="slidenum">
              <a:rPr lang="en-US" altLang="ko-KR" smtClean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US" altLang="ko-KR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3B015E1-BCC3-D387-F788-62A8B16EE5F3}"/>
              </a:ext>
            </a:extLst>
          </p:cNvPr>
          <p:cNvSpPr/>
          <p:nvPr userDrawn="1"/>
        </p:nvSpPr>
        <p:spPr>
          <a:xfrm>
            <a:off x="135489" y="396716"/>
            <a:ext cx="9635033" cy="6123217"/>
          </a:xfrm>
          <a:prstGeom prst="rect">
            <a:avLst/>
          </a:prstGeom>
          <a:solidFill>
            <a:schemeClr val="bg1"/>
          </a:solidFill>
          <a:ln w="476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9055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719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나눔스퀘어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8987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검정색교안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슬라이드 번호 개체 틀 5">
            <a:extLst>
              <a:ext uri="{FF2B5EF4-FFF2-40B4-BE49-F238E27FC236}">
                <a16:creationId xmlns:a16="http://schemas.microsoft.com/office/drawing/2014/main" id="{B66D8BA5-72F6-68CC-2336-EDF5D25B68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62083" y="6584308"/>
            <a:ext cx="343959" cy="274346"/>
          </a:xfrm>
          <a:prstGeom prst="rect">
            <a:avLst/>
          </a:prstGeom>
        </p:spPr>
        <p:txBody>
          <a:bodyPr vert="horz" lIns="0" tIns="0" rIns="108000" bIns="72000" rtlCol="0" anchor="ctr"/>
          <a:lstStyle>
            <a:lvl1pPr marL="0" algn="r" defTabSz="768789" rtl="0" eaLnBrk="1" latinLnBrk="1" hangingPunct="1">
              <a:defRPr lang="ko-KR" altLang="en-US" sz="860" b="1" kern="1200" spc="-77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>
              <a:defRPr/>
            </a:pPr>
            <a:fld id="{D76F8EBF-0EDC-4EDF-A7F9-44AE75FD6F84}" type="slidenum">
              <a:rPr lang="en-US" altLang="ko-KR" smtClean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US" altLang="ko-KR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75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1">
            <a:extLst>
              <a:ext uri="{FF2B5EF4-FFF2-40B4-BE49-F238E27FC236}">
                <a16:creationId xmlns:a16="http://schemas.microsoft.com/office/drawing/2014/main" id="{F2B90765-2F56-4C17-B610-31E4C6470B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7" b="43750"/>
          <a:stretch/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801AAD8-AD73-4F75-9162-A0DB09BDB0A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69" y="88881"/>
            <a:ext cx="1348560" cy="150877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4C514525-C7A1-4466-AD39-DE2E009BB37D}"/>
              </a:ext>
            </a:extLst>
          </p:cNvPr>
          <p:cNvSpPr/>
          <p:nvPr userDrawn="1"/>
        </p:nvSpPr>
        <p:spPr>
          <a:xfrm>
            <a:off x="8916832" y="85937"/>
            <a:ext cx="788697" cy="156767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99055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사내교육용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56FC2780-562F-4CF3-9923-74E37336B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1666" y="6585381"/>
            <a:ext cx="145104" cy="161454"/>
          </a:xfrm>
          <a:ln>
            <a:noFill/>
          </a:ln>
        </p:spPr>
        <p:txBody>
          <a:bodyPr wrap="none" lIns="0" tIns="0" rIns="0" bIns="0">
            <a:spAutoFit/>
          </a:bodyPr>
          <a:lstStyle>
            <a:lvl1pPr algn="ctr">
              <a:defRPr sz="1049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F22D9D41-8F04-40B5-A09B-71925BAFEC86}" type="slidenum">
              <a:rPr lang="en-US" altLang="ko-KR" smtClean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>
                    <a:lumMod val="95000"/>
                  </a:prstClr>
                </a:solidFill>
              </a:rPr>
              <a:pPr>
                <a:defRPr/>
              </a:pPr>
              <a:t>‹#›</a:t>
            </a:fld>
            <a:endParaRPr lang="ko-KR" altLang="en-US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C81D440-5066-4F94-B72A-8894C7D504DA}"/>
              </a:ext>
            </a:extLst>
          </p:cNvPr>
          <p:cNvSpPr/>
          <p:nvPr userDrawn="1"/>
        </p:nvSpPr>
        <p:spPr bwMode="auto">
          <a:xfrm>
            <a:off x="430693" y="6519071"/>
            <a:ext cx="8554761" cy="294089"/>
          </a:xfrm>
          <a:prstGeom prst="rect">
            <a:avLst/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2" tIns="36000" rIns="72002" bIns="36000" anchor="ctr"/>
          <a:lstStyle/>
          <a:p>
            <a:pPr marL="0" marR="0" lvl="0" indent="0" algn="l" defTabSz="99055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※ </a:t>
            </a:r>
            <a:r>
              <a:rPr kumimoji="0" lang="ko-KR" altLang="en-US" sz="900" b="0" i="0" u="sng" strike="noStrike" kern="1200" cap="none" spc="-21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本 자료는 사내 교육</a:t>
            </a:r>
            <a:r>
              <a:rPr kumimoji="0" lang="en-US" altLang="ko-KR" sz="900" b="0" i="0" u="sng" strike="noStrike" kern="1200" cap="none" spc="-21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(</a:t>
            </a:r>
            <a:r>
              <a:rPr kumimoji="0" lang="ko-KR" altLang="en-US" sz="900" b="0" i="0" u="sng" strike="noStrike" kern="1200" cap="none" spc="-21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회의</a:t>
            </a:r>
            <a:r>
              <a:rPr kumimoji="0" lang="en-US" altLang="ko-KR" sz="900" b="0" i="0" u="sng" strike="noStrike" kern="1200" cap="none" spc="-21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)</a:t>
            </a:r>
            <a:r>
              <a:rPr kumimoji="0" lang="ko-KR" altLang="en-US" sz="900" b="0" i="0" u="sng" strike="noStrike" kern="1200" cap="none" spc="-21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용 자료</a:t>
            </a:r>
            <a:r>
              <a:rPr kumimoji="0" lang="ko-KR" altLang="en-US" sz="900" b="0" i="0" u="none" strike="noStrike" kern="1200" cap="none" spc="-2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로서 외부 유출 금지 및 고객에게 설명 교부</a:t>
            </a:r>
            <a:r>
              <a:rPr kumimoji="0" lang="en-US" altLang="ko-KR" sz="900" b="0" i="0" u="none" strike="noStrike" kern="1200" cap="none" spc="-2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2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배포</a:t>
            </a:r>
            <a:r>
              <a:rPr kumimoji="0" lang="en-US" altLang="ko-KR" sz="900" b="0" i="0" u="none" strike="noStrike" kern="1200" cap="none" spc="-2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2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전송 또는</a:t>
            </a:r>
            <a:r>
              <a:rPr kumimoji="0" lang="en-US" altLang="ko-KR" sz="900" b="0" i="0" u="none" strike="noStrike" kern="1200" cap="none" spc="-2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 </a:t>
            </a:r>
            <a:r>
              <a:rPr kumimoji="0" lang="ko-KR" altLang="en-US" sz="900" b="0" i="0" u="none" strike="noStrike" kern="1200" cap="none" spc="-2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온라인 게시 등 광고</a:t>
            </a:r>
            <a:r>
              <a:rPr kumimoji="0" lang="en-US" altLang="ko-KR" sz="900" b="0" i="0" u="none" strike="noStrike" kern="1200" cap="none" spc="-2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·</a:t>
            </a:r>
            <a:r>
              <a:rPr kumimoji="0" lang="ko-KR" altLang="en-US" sz="900" b="0" i="0" u="none" strike="noStrike" kern="1200" cap="none" spc="-2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선전물로 활용이 금지되며 무단 전재</a:t>
            </a:r>
            <a:r>
              <a:rPr kumimoji="0" lang="en-US" altLang="ko-KR" sz="900" b="0" i="0" u="none" strike="noStrike" kern="1200" cap="none" spc="-2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·</a:t>
            </a:r>
            <a:r>
              <a:rPr kumimoji="0" lang="ko-KR" altLang="en-US" sz="900" b="0" i="0" u="none" strike="noStrike" kern="1200" cap="none" spc="-2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배포</a:t>
            </a:r>
            <a:r>
              <a:rPr kumimoji="0" lang="en-US" altLang="ko-KR" sz="900" b="0" i="0" u="none" strike="noStrike" kern="1200" cap="none" spc="-2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·</a:t>
            </a:r>
            <a:r>
              <a:rPr kumimoji="0" lang="ko-KR" altLang="en-US" sz="900" b="0" i="0" u="none" strike="noStrike" kern="1200" cap="none" spc="-2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변형을 금지합니다</a:t>
            </a:r>
            <a:r>
              <a:rPr kumimoji="0" lang="en-US" altLang="ko-KR" sz="900" b="0" i="0" u="none" strike="noStrike" kern="1200" cap="none" spc="-2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. </a:t>
            </a:r>
          </a:p>
          <a:p>
            <a:pPr marL="0" marR="0" lvl="0" indent="0" algn="l" defTabSz="99055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2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     이를 준수하지 않을 경우 </a:t>
            </a:r>
            <a:r>
              <a:rPr kumimoji="0" lang="ko-KR" altLang="en-US" sz="900" b="0" i="0" u="sng" strike="noStrike" kern="1200" cap="none" spc="-21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금소법에</a:t>
            </a:r>
            <a:r>
              <a:rPr kumimoji="0" lang="ko-KR" altLang="en-US" sz="900" b="0" i="0" u="sng" strike="noStrike" kern="1200" cap="none" spc="-21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 따른 과태료 부과 등 민</a:t>
            </a:r>
            <a:r>
              <a:rPr kumimoji="0" lang="en-US" altLang="ko-KR" sz="900" b="0" i="0" u="sng" strike="noStrike" kern="1200" cap="none" spc="-21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·</a:t>
            </a:r>
            <a:r>
              <a:rPr kumimoji="0" lang="ko-KR" altLang="en-US" sz="900" b="0" i="0" u="sng" strike="noStrike" kern="1200" cap="none" spc="-21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형사상의 책임을 물을 수 있습니다</a:t>
            </a:r>
            <a:r>
              <a:rPr kumimoji="0" lang="en-US" altLang="ko-KR" sz="900" b="0" i="0" u="sng" strike="noStrike" kern="1200" cap="none" spc="-21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6036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/>
          <p:cNvSpPr/>
          <p:nvPr userDrawn="1"/>
        </p:nvSpPr>
        <p:spPr>
          <a:xfrm>
            <a:off x="0" y="6605588"/>
            <a:ext cx="9906000" cy="252412"/>
          </a:xfrm>
          <a:prstGeom prst="rect">
            <a:avLst/>
          </a:prstGeom>
          <a:solidFill>
            <a:srgbClr val="7979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950">
              <a:solidFill>
                <a:prstClr val="white"/>
              </a:solidFill>
            </a:endParaRPr>
          </a:p>
        </p:txBody>
      </p:sp>
      <p:sp>
        <p:nvSpPr>
          <p:cNvPr id="17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4606440" y="6597352"/>
            <a:ext cx="478102" cy="287338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300" b="1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C5C08CE-D885-4D6C-8DE9-6C0400A48FA0}" type="slidenum">
              <a:rPr lang="ko-KR" altLang="en-US"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19" name="직사각형 18"/>
          <p:cNvSpPr/>
          <p:nvPr userDrawn="1"/>
        </p:nvSpPr>
        <p:spPr>
          <a:xfrm>
            <a:off x="554849" y="2250034"/>
            <a:ext cx="312035" cy="2072534"/>
          </a:xfrm>
          <a:prstGeom prst="rect">
            <a:avLst/>
          </a:prstGeom>
          <a:solidFill>
            <a:srgbClr val="32A7F6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950">
              <a:solidFill>
                <a:prstClr val="white"/>
              </a:solidFill>
            </a:endParaRPr>
          </a:p>
        </p:txBody>
      </p:sp>
      <p:sp>
        <p:nvSpPr>
          <p:cNvPr id="20" name="직사각형 19"/>
          <p:cNvSpPr/>
          <p:nvPr userDrawn="1"/>
        </p:nvSpPr>
        <p:spPr>
          <a:xfrm>
            <a:off x="272481" y="2765499"/>
            <a:ext cx="678170" cy="3575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950">
              <a:ln w="57150">
                <a:solidFill>
                  <a:prstClr val="white"/>
                </a:solidFill>
              </a:ln>
              <a:solidFill>
                <a:srgbClr val="790000"/>
              </a:solidFill>
            </a:endParaRPr>
          </a:p>
        </p:txBody>
      </p:sp>
      <p:sp>
        <p:nvSpPr>
          <p:cNvPr id="21" name="TextBox 20"/>
          <p:cNvSpPr txBox="1"/>
          <p:nvPr userDrawn="1"/>
        </p:nvSpPr>
        <p:spPr bwMode="auto">
          <a:xfrm>
            <a:off x="1363800" y="2187938"/>
            <a:ext cx="1889620" cy="441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9060" tIns="49530" rIns="99060" bIns="4953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dist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1083" b="1" dirty="0">
                <a:solidFill>
                  <a:prstClr val="white">
                    <a:lumMod val="50000"/>
                  </a:prstClr>
                </a:solidFill>
                <a:cs typeface="Tahoma" pitchFamily="34" charset="0"/>
              </a:rPr>
              <a:t>A</a:t>
            </a:r>
            <a:r>
              <a:rPr lang="en-US" altLang="ko-KR" sz="1083" b="1" baseline="30000" dirty="0">
                <a:solidFill>
                  <a:prstClr val="white">
                    <a:lumMod val="50000"/>
                  </a:prstClr>
                </a:solidFill>
                <a:cs typeface="Tahoma" pitchFamily="34" charset="0"/>
              </a:rPr>
              <a:t>+</a:t>
            </a:r>
            <a:r>
              <a:rPr lang="en-US" altLang="ko-KR" sz="1083" b="1" dirty="0">
                <a:solidFill>
                  <a:prstClr val="white">
                    <a:lumMod val="50000"/>
                  </a:prstClr>
                </a:solidFill>
                <a:cs typeface="Tahoma" pitchFamily="34" charset="0"/>
              </a:rPr>
              <a:t> GROUP</a:t>
            </a:r>
          </a:p>
          <a:p>
            <a:pPr algn="dist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1137" dirty="0">
                <a:solidFill>
                  <a:prstClr val="white">
                    <a:lumMod val="50000"/>
                  </a:prstClr>
                </a:solidFill>
                <a:cs typeface="Tahoma" pitchFamily="34" charset="0"/>
              </a:rPr>
              <a:t>TOTAL LIFE CARE GROUP</a:t>
            </a:r>
            <a:endParaRPr lang="ko-KR" altLang="en-US" sz="1137" dirty="0">
              <a:solidFill>
                <a:prstClr val="white">
                  <a:lumMod val="50000"/>
                </a:prstClr>
              </a:solidFill>
              <a:cs typeface="Tahoma" pitchFamily="34" charset="0"/>
            </a:endParaRPr>
          </a:p>
        </p:txBody>
      </p:sp>
      <p:sp>
        <p:nvSpPr>
          <p:cNvPr id="22" name="직사각형 21"/>
          <p:cNvSpPr/>
          <p:nvPr userDrawn="1"/>
        </p:nvSpPr>
        <p:spPr>
          <a:xfrm>
            <a:off x="1" y="2821310"/>
            <a:ext cx="950650" cy="24765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950">
              <a:ln w="57150">
                <a:solidFill>
                  <a:prstClr val="white"/>
                </a:solidFill>
              </a:ln>
              <a:solidFill>
                <a:srgbClr val="790000"/>
              </a:solidFill>
            </a:endParaRPr>
          </a:p>
        </p:txBody>
      </p:sp>
      <p:pic>
        <p:nvPicPr>
          <p:cNvPr id="8" name="Picture 19" descr="C:\Users\aplus\Desktop\12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489" y="6620789"/>
            <a:ext cx="858095" cy="222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5" descr="C:\Users\aplus\Documents\네이트온 받은 파일\에셋.png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5425" y="6628347"/>
            <a:ext cx="863889" cy="215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1841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 userDrawn="1"/>
        </p:nvSpPr>
        <p:spPr>
          <a:xfrm>
            <a:off x="0" y="6605588"/>
            <a:ext cx="9906000" cy="252412"/>
          </a:xfrm>
          <a:prstGeom prst="rect">
            <a:avLst/>
          </a:prstGeom>
          <a:solidFill>
            <a:srgbClr val="7979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950">
              <a:solidFill>
                <a:prstClr val="white"/>
              </a:solidFill>
            </a:endParaRPr>
          </a:p>
        </p:txBody>
      </p:sp>
      <p:sp>
        <p:nvSpPr>
          <p:cNvPr id="13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4606440" y="6597352"/>
            <a:ext cx="478102" cy="287338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300" b="1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C5C08CE-D885-4D6C-8DE9-6C0400A48FA0}" type="slidenum">
              <a:rPr lang="ko-KR" altLang="en-US"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white"/>
              </a:solidFill>
            </a:endParaRPr>
          </a:p>
        </p:txBody>
      </p:sp>
      <p:grpSp>
        <p:nvGrpSpPr>
          <p:cNvPr id="16" name="그룹 15"/>
          <p:cNvGrpSpPr/>
          <p:nvPr userDrawn="1"/>
        </p:nvGrpSpPr>
        <p:grpSpPr>
          <a:xfrm>
            <a:off x="-2175" y="-2034"/>
            <a:ext cx="9908175" cy="868364"/>
            <a:chOff x="-2008" y="-2034"/>
            <a:chExt cx="9146008" cy="868364"/>
          </a:xfrm>
        </p:grpSpPr>
        <p:sp>
          <p:nvSpPr>
            <p:cNvPr id="17" name="직사각형 1"/>
            <p:cNvSpPr/>
            <p:nvPr userDrawn="1"/>
          </p:nvSpPr>
          <p:spPr>
            <a:xfrm>
              <a:off x="-2008" y="-2034"/>
              <a:ext cx="9146008" cy="868364"/>
            </a:xfrm>
            <a:custGeom>
              <a:avLst/>
              <a:gdLst>
                <a:gd name="connsiteX0" fmla="*/ 0 w 9144000"/>
                <a:gd name="connsiteY0" fmla="*/ 0 h 863600"/>
                <a:gd name="connsiteX1" fmla="*/ 9144000 w 9144000"/>
                <a:gd name="connsiteY1" fmla="*/ 0 h 863600"/>
                <a:gd name="connsiteX2" fmla="*/ 9144000 w 9144000"/>
                <a:gd name="connsiteY2" fmla="*/ 863600 h 863600"/>
                <a:gd name="connsiteX3" fmla="*/ 0 w 9144000"/>
                <a:gd name="connsiteY3" fmla="*/ 863600 h 863600"/>
                <a:gd name="connsiteX4" fmla="*/ 0 w 9144000"/>
                <a:gd name="connsiteY4" fmla="*/ 0 h 863600"/>
                <a:gd name="connsiteX0" fmla="*/ 0 w 9144000"/>
                <a:gd name="connsiteY0" fmla="*/ 3175 h 866775"/>
                <a:gd name="connsiteX1" fmla="*/ 8972550 w 9144000"/>
                <a:gd name="connsiteY1" fmla="*/ 0 h 866775"/>
                <a:gd name="connsiteX2" fmla="*/ 9144000 w 9144000"/>
                <a:gd name="connsiteY2" fmla="*/ 3175 h 866775"/>
                <a:gd name="connsiteX3" fmla="*/ 9144000 w 9144000"/>
                <a:gd name="connsiteY3" fmla="*/ 866775 h 866775"/>
                <a:gd name="connsiteX4" fmla="*/ 0 w 9144000"/>
                <a:gd name="connsiteY4" fmla="*/ 866775 h 866775"/>
                <a:gd name="connsiteX5" fmla="*/ 0 w 9144000"/>
                <a:gd name="connsiteY5" fmla="*/ 3175 h 866775"/>
                <a:gd name="connsiteX0" fmla="*/ 0 w 9144000"/>
                <a:gd name="connsiteY0" fmla="*/ 3175 h 866775"/>
                <a:gd name="connsiteX1" fmla="*/ 8972550 w 9144000"/>
                <a:gd name="connsiteY1" fmla="*/ 0 h 866775"/>
                <a:gd name="connsiteX2" fmla="*/ 9144000 w 9144000"/>
                <a:gd name="connsiteY2" fmla="*/ 3175 h 866775"/>
                <a:gd name="connsiteX3" fmla="*/ 9140825 w 9144000"/>
                <a:gd name="connsiteY3" fmla="*/ 323851 h 866775"/>
                <a:gd name="connsiteX4" fmla="*/ 9144000 w 9144000"/>
                <a:gd name="connsiteY4" fmla="*/ 866775 h 866775"/>
                <a:gd name="connsiteX5" fmla="*/ 0 w 9144000"/>
                <a:gd name="connsiteY5" fmla="*/ 866775 h 866775"/>
                <a:gd name="connsiteX6" fmla="*/ 0 w 9144000"/>
                <a:gd name="connsiteY6" fmla="*/ 3175 h 866775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9144000 w 9144000"/>
                <a:gd name="connsiteY4" fmla="*/ 86677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78422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784225 h 866776"/>
                <a:gd name="connsiteX0" fmla="*/ 0 w 9144000"/>
                <a:gd name="connsiteY0" fmla="*/ 784225 h 866776"/>
                <a:gd name="connsiteX1" fmla="*/ 7461250 w 9144000"/>
                <a:gd name="connsiteY1" fmla="*/ 136525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6925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9525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9525 w 9144000"/>
                <a:gd name="connsiteY8" fmla="*/ 784225 h 866776"/>
                <a:gd name="connsiteX0" fmla="*/ 0 w 9148763"/>
                <a:gd name="connsiteY0" fmla="*/ 788987 h 866776"/>
                <a:gd name="connsiteX1" fmla="*/ 7383463 w 9148763"/>
                <a:gd name="connsiteY1" fmla="*/ 793750 h 866776"/>
                <a:gd name="connsiteX2" fmla="*/ 8977313 w 9148763"/>
                <a:gd name="connsiteY2" fmla="*/ 0 h 866776"/>
                <a:gd name="connsiteX3" fmla="*/ 9148763 w 9148763"/>
                <a:gd name="connsiteY3" fmla="*/ 3175 h 866776"/>
                <a:gd name="connsiteX4" fmla="*/ 9145588 w 9148763"/>
                <a:gd name="connsiteY4" fmla="*/ 323851 h 866776"/>
                <a:gd name="connsiteX5" fmla="*/ 8491538 w 9148763"/>
                <a:gd name="connsiteY5" fmla="*/ 679450 h 866776"/>
                <a:gd name="connsiteX6" fmla="*/ 7440613 w 9148763"/>
                <a:gd name="connsiteY6" fmla="*/ 866776 h 866776"/>
                <a:gd name="connsiteX7" fmla="*/ 4763 w 9148763"/>
                <a:gd name="connsiteY7" fmla="*/ 866775 h 866776"/>
                <a:gd name="connsiteX8" fmla="*/ 0 w 9148763"/>
                <a:gd name="connsiteY8" fmla="*/ 788987 h 866776"/>
                <a:gd name="connsiteX0" fmla="*/ 0 w 9145780"/>
                <a:gd name="connsiteY0" fmla="*/ 790575 h 868364"/>
                <a:gd name="connsiteX1" fmla="*/ 7383463 w 9145780"/>
                <a:gd name="connsiteY1" fmla="*/ 795338 h 868364"/>
                <a:gd name="connsiteX2" fmla="*/ 8977313 w 9145780"/>
                <a:gd name="connsiteY2" fmla="*/ 1588 h 868364"/>
                <a:gd name="connsiteX3" fmla="*/ 9144000 w 9145780"/>
                <a:gd name="connsiteY3" fmla="*/ 0 h 868364"/>
                <a:gd name="connsiteX4" fmla="*/ 9145588 w 9145780"/>
                <a:gd name="connsiteY4" fmla="*/ 325439 h 868364"/>
                <a:gd name="connsiteX5" fmla="*/ 8491538 w 9145780"/>
                <a:gd name="connsiteY5" fmla="*/ 681038 h 868364"/>
                <a:gd name="connsiteX6" fmla="*/ 7440613 w 9145780"/>
                <a:gd name="connsiteY6" fmla="*/ 868364 h 868364"/>
                <a:gd name="connsiteX7" fmla="*/ 4763 w 9145780"/>
                <a:gd name="connsiteY7" fmla="*/ 868363 h 868364"/>
                <a:gd name="connsiteX8" fmla="*/ 0 w 9145780"/>
                <a:gd name="connsiteY8" fmla="*/ 790575 h 868364"/>
                <a:gd name="connsiteX0" fmla="*/ 0 w 9145780"/>
                <a:gd name="connsiteY0" fmla="*/ 790575 h 868364"/>
                <a:gd name="connsiteX1" fmla="*/ 7295357 w 9145780"/>
                <a:gd name="connsiteY1" fmla="*/ 795338 h 868364"/>
                <a:gd name="connsiteX2" fmla="*/ 8977313 w 9145780"/>
                <a:gd name="connsiteY2" fmla="*/ 1588 h 868364"/>
                <a:gd name="connsiteX3" fmla="*/ 9144000 w 9145780"/>
                <a:gd name="connsiteY3" fmla="*/ 0 h 868364"/>
                <a:gd name="connsiteX4" fmla="*/ 9145588 w 9145780"/>
                <a:gd name="connsiteY4" fmla="*/ 325439 h 868364"/>
                <a:gd name="connsiteX5" fmla="*/ 8491538 w 9145780"/>
                <a:gd name="connsiteY5" fmla="*/ 681038 h 868364"/>
                <a:gd name="connsiteX6" fmla="*/ 7440613 w 9145780"/>
                <a:gd name="connsiteY6" fmla="*/ 868364 h 868364"/>
                <a:gd name="connsiteX7" fmla="*/ 4763 w 9145780"/>
                <a:gd name="connsiteY7" fmla="*/ 868363 h 868364"/>
                <a:gd name="connsiteX8" fmla="*/ 0 w 9145780"/>
                <a:gd name="connsiteY8" fmla="*/ 790575 h 868364"/>
                <a:gd name="connsiteX0" fmla="*/ 0 w 9145780"/>
                <a:gd name="connsiteY0" fmla="*/ 790575 h 868364"/>
                <a:gd name="connsiteX1" fmla="*/ 7295357 w 9145780"/>
                <a:gd name="connsiteY1" fmla="*/ 795338 h 868364"/>
                <a:gd name="connsiteX2" fmla="*/ 8977313 w 9145780"/>
                <a:gd name="connsiteY2" fmla="*/ 1588 h 868364"/>
                <a:gd name="connsiteX3" fmla="*/ 9144000 w 9145780"/>
                <a:gd name="connsiteY3" fmla="*/ 0 h 868364"/>
                <a:gd name="connsiteX4" fmla="*/ 9145588 w 9145780"/>
                <a:gd name="connsiteY4" fmla="*/ 325439 h 868364"/>
                <a:gd name="connsiteX5" fmla="*/ 8491538 w 9145780"/>
                <a:gd name="connsiteY5" fmla="*/ 681038 h 868364"/>
                <a:gd name="connsiteX6" fmla="*/ 7440613 w 9145780"/>
                <a:gd name="connsiteY6" fmla="*/ 868364 h 868364"/>
                <a:gd name="connsiteX7" fmla="*/ 4763 w 9145780"/>
                <a:gd name="connsiteY7" fmla="*/ 868363 h 868364"/>
                <a:gd name="connsiteX8" fmla="*/ 0 w 9145780"/>
                <a:gd name="connsiteY8" fmla="*/ 790575 h 868364"/>
                <a:gd name="connsiteX0" fmla="*/ 2381 w 9141017"/>
                <a:gd name="connsiteY0" fmla="*/ 795338 h 868364"/>
                <a:gd name="connsiteX1" fmla="*/ 7290594 w 9141017"/>
                <a:gd name="connsiteY1" fmla="*/ 795338 h 868364"/>
                <a:gd name="connsiteX2" fmla="*/ 8972550 w 9141017"/>
                <a:gd name="connsiteY2" fmla="*/ 1588 h 868364"/>
                <a:gd name="connsiteX3" fmla="*/ 9139237 w 9141017"/>
                <a:gd name="connsiteY3" fmla="*/ 0 h 868364"/>
                <a:gd name="connsiteX4" fmla="*/ 9140825 w 9141017"/>
                <a:gd name="connsiteY4" fmla="*/ 325439 h 868364"/>
                <a:gd name="connsiteX5" fmla="*/ 8486775 w 9141017"/>
                <a:gd name="connsiteY5" fmla="*/ 681038 h 868364"/>
                <a:gd name="connsiteX6" fmla="*/ 7435850 w 9141017"/>
                <a:gd name="connsiteY6" fmla="*/ 868364 h 868364"/>
                <a:gd name="connsiteX7" fmla="*/ 0 w 9141017"/>
                <a:gd name="connsiteY7" fmla="*/ 868363 h 868364"/>
                <a:gd name="connsiteX8" fmla="*/ 2381 w 9141017"/>
                <a:gd name="connsiteY8" fmla="*/ 795338 h 868364"/>
                <a:gd name="connsiteX0" fmla="*/ 68 w 9145847"/>
                <a:gd name="connsiteY0" fmla="*/ 795338 h 868364"/>
                <a:gd name="connsiteX1" fmla="*/ 7295424 w 9145847"/>
                <a:gd name="connsiteY1" fmla="*/ 795338 h 868364"/>
                <a:gd name="connsiteX2" fmla="*/ 8977380 w 9145847"/>
                <a:gd name="connsiteY2" fmla="*/ 1588 h 868364"/>
                <a:gd name="connsiteX3" fmla="*/ 9144067 w 9145847"/>
                <a:gd name="connsiteY3" fmla="*/ 0 h 868364"/>
                <a:gd name="connsiteX4" fmla="*/ 9145655 w 9145847"/>
                <a:gd name="connsiteY4" fmla="*/ 325439 h 868364"/>
                <a:gd name="connsiteX5" fmla="*/ 8491605 w 9145847"/>
                <a:gd name="connsiteY5" fmla="*/ 681038 h 868364"/>
                <a:gd name="connsiteX6" fmla="*/ 7440680 w 9145847"/>
                <a:gd name="connsiteY6" fmla="*/ 868364 h 868364"/>
                <a:gd name="connsiteX7" fmla="*/ 4830 w 9145847"/>
                <a:gd name="connsiteY7" fmla="*/ 868363 h 868364"/>
                <a:gd name="connsiteX8" fmla="*/ 68 w 9145847"/>
                <a:gd name="connsiteY8" fmla="*/ 795338 h 868364"/>
                <a:gd name="connsiteX0" fmla="*/ 229 w 9146008"/>
                <a:gd name="connsiteY0" fmla="*/ 795338 h 868364"/>
                <a:gd name="connsiteX1" fmla="*/ 7295585 w 9146008"/>
                <a:gd name="connsiteY1" fmla="*/ 795338 h 868364"/>
                <a:gd name="connsiteX2" fmla="*/ 8977541 w 9146008"/>
                <a:gd name="connsiteY2" fmla="*/ 1588 h 868364"/>
                <a:gd name="connsiteX3" fmla="*/ 9144228 w 9146008"/>
                <a:gd name="connsiteY3" fmla="*/ 0 h 868364"/>
                <a:gd name="connsiteX4" fmla="*/ 9145816 w 9146008"/>
                <a:gd name="connsiteY4" fmla="*/ 325439 h 868364"/>
                <a:gd name="connsiteX5" fmla="*/ 8491766 w 9146008"/>
                <a:gd name="connsiteY5" fmla="*/ 681038 h 868364"/>
                <a:gd name="connsiteX6" fmla="*/ 7440841 w 9146008"/>
                <a:gd name="connsiteY6" fmla="*/ 868364 h 868364"/>
                <a:gd name="connsiteX7" fmla="*/ 229 w 9146008"/>
                <a:gd name="connsiteY7" fmla="*/ 868363 h 868364"/>
                <a:gd name="connsiteX8" fmla="*/ 229 w 9146008"/>
                <a:gd name="connsiteY8" fmla="*/ 795338 h 86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46008" h="868364">
                  <a:moveTo>
                    <a:pt x="229" y="795338"/>
                  </a:moveTo>
                  <a:lnTo>
                    <a:pt x="7295585" y="795338"/>
                  </a:lnTo>
                  <a:cubicBezTo>
                    <a:pt x="8128493" y="737130"/>
                    <a:pt x="8684383" y="351896"/>
                    <a:pt x="8977541" y="1588"/>
                  </a:cubicBezTo>
                  <a:lnTo>
                    <a:pt x="9144228" y="0"/>
                  </a:lnTo>
                  <a:cubicBezTo>
                    <a:pt x="9143170" y="106892"/>
                    <a:pt x="9146874" y="218547"/>
                    <a:pt x="9145816" y="325439"/>
                  </a:cubicBezTo>
                  <a:cubicBezTo>
                    <a:pt x="8988124" y="455614"/>
                    <a:pt x="8843133" y="534988"/>
                    <a:pt x="8491766" y="681038"/>
                  </a:cubicBezTo>
                  <a:cubicBezTo>
                    <a:pt x="8181674" y="780522"/>
                    <a:pt x="8014458" y="848255"/>
                    <a:pt x="7440841" y="868364"/>
                  </a:cubicBezTo>
                  <a:lnTo>
                    <a:pt x="229" y="868363"/>
                  </a:lnTo>
                  <a:cubicBezTo>
                    <a:pt x="1023" y="844021"/>
                    <a:pt x="-565" y="819680"/>
                    <a:pt x="229" y="795338"/>
                  </a:cubicBezTo>
                  <a:close/>
                </a:path>
              </a:pathLst>
            </a:custGeom>
            <a:solidFill>
              <a:srgbClr val="034EA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50">
                <a:solidFill>
                  <a:prstClr val="white"/>
                </a:solidFill>
              </a:endParaRPr>
            </a:p>
          </p:txBody>
        </p:sp>
        <p:sp>
          <p:nvSpPr>
            <p:cNvPr id="18" name="직사각형 2"/>
            <p:cNvSpPr/>
            <p:nvPr userDrawn="1"/>
          </p:nvSpPr>
          <p:spPr>
            <a:xfrm>
              <a:off x="7385050" y="313161"/>
              <a:ext cx="1758950" cy="553169"/>
            </a:xfrm>
            <a:custGeom>
              <a:avLst/>
              <a:gdLst>
                <a:gd name="connsiteX0" fmla="*/ 0 w 1758950"/>
                <a:gd name="connsiteY0" fmla="*/ 0 h 534119"/>
                <a:gd name="connsiteX1" fmla="*/ 1758950 w 1758950"/>
                <a:gd name="connsiteY1" fmla="*/ 0 h 534119"/>
                <a:gd name="connsiteX2" fmla="*/ 1758950 w 1758950"/>
                <a:gd name="connsiteY2" fmla="*/ 534119 h 534119"/>
                <a:gd name="connsiteX3" fmla="*/ 0 w 1758950"/>
                <a:gd name="connsiteY3" fmla="*/ 534119 h 534119"/>
                <a:gd name="connsiteX4" fmla="*/ 0 w 1758950"/>
                <a:gd name="connsiteY4" fmla="*/ 0 h 534119"/>
                <a:gd name="connsiteX0" fmla="*/ 0 w 1758950"/>
                <a:gd name="connsiteY0" fmla="*/ 0 h 534119"/>
                <a:gd name="connsiteX1" fmla="*/ 1758950 w 1758950"/>
                <a:gd name="connsiteY1" fmla="*/ 0 h 534119"/>
                <a:gd name="connsiteX2" fmla="*/ 1758950 w 1758950"/>
                <a:gd name="connsiteY2" fmla="*/ 5341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0 w 1758950"/>
                <a:gd name="connsiteY5" fmla="*/ 0 h 534119"/>
                <a:gd name="connsiteX0" fmla="*/ 0 w 1758950"/>
                <a:gd name="connsiteY0" fmla="*/ 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0 w 1758950"/>
                <a:gd name="connsiteY5" fmla="*/ 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098550 w 1758950"/>
                <a:gd name="connsiteY0" fmla="*/ 34290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098550 w 1758950"/>
                <a:gd name="connsiteY5" fmla="*/ 342900 h 534119"/>
                <a:gd name="connsiteX0" fmla="*/ 1098550 w 1758950"/>
                <a:gd name="connsiteY0" fmla="*/ 34290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673100 w 1758950"/>
                <a:gd name="connsiteY4" fmla="*/ 454744 h 534119"/>
                <a:gd name="connsiteX5" fmla="*/ 1098550 w 1758950"/>
                <a:gd name="connsiteY5" fmla="*/ 342900 h 534119"/>
                <a:gd name="connsiteX0" fmla="*/ 673100 w 1758950"/>
                <a:gd name="connsiteY0" fmla="*/ 454744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673100 w 1758950"/>
                <a:gd name="connsiteY4" fmla="*/ 454744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53169 h 553169"/>
                <a:gd name="connsiteX1" fmla="*/ 1755775 w 1758950"/>
                <a:gd name="connsiteY1" fmla="*/ 0 h 553169"/>
                <a:gd name="connsiteX2" fmla="*/ 1758950 w 1758950"/>
                <a:gd name="connsiteY2" fmla="*/ 286469 h 553169"/>
                <a:gd name="connsiteX3" fmla="*/ 0 w 1758950"/>
                <a:gd name="connsiteY3" fmla="*/ 553169 h 553169"/>
                <a:gd name="connsiteX0" fmla="*/ 0 w 1758950"/>
                <a:gd name="connsiteY0" fmla="*/ 553169 h 553169"/>
                <a:gd name="connsiteX1" fmla="*/ 1758156 w 1758950"/>
                <a:gd name="connsiteY1" fmla="*/ 0 h 553169"/>
                <a:gd name="connsiteX2" fmla="*/ 1758950 w 1758950"/>
                <a:gd name="connsiteY2" fmla="*/ 286469 h 553169"/>
                <a:gd name="connsiteX3" fmla="*/ 0 w 1758950"/>
                <a:gd name="connsiteY3" fmla="*/ 553169 h 553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58950" h="553169">
                  <a:moveTo>
                    <a:pt x="0" y="553169"/>
                  </a:moveTo>
                  <a:cubicBezTo>
                    <a:pt x="652992" y="537054"/>
                    <a:pt x="1044839" y="409815"/>
                    <a:pt x="1758156" y="0"/>
                  </a:cubicBezTo>
                  <a:cubicBezTo>
                    <a:pt x="1759214" y="95490"/>
                    <a:pt x="1757892" y="190979"/>
                    <a:pt x="1758950" y="286469"/>
                  </a:cubicBezTo>
                  <a:cubicBezTo>
                    <a:pt x="1223433" y="435694"/>
                    <a:pt x="948267" y="515069"/>
                    <a:pt x="0" y="553169"/>
                  </a:cubicBezTo>
                  <a:close/>
                </a:path>
              </a:pathLst>
            </a:custGeom>
            <a:solidFill>
              <a:srgbClr val="D1D3D4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50">
                <a:solidFill>
                  <a:prstClr val="white"/>
                </a:solidFill>
              </a:endParaRPr>
            </a:p>
          </p:txBody>
        </p:sp>
      </p:grpSp>
      <p:pic>
        <p:nvPicPr>
          <p:cNvPr id="19" name="Picture 19" descr="C:\Users\aplus\Desktop\12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489" y="6620789"/>
            <a:ext cx="858095" cy="222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5" descr="C:\Users\aplus\Documents\네이트온 받은 파일\에셋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5425" y="6628347"/>
            <a:ext cx="863889" cy="215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13321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 userDrawn="1"/>
        </p:nvSpPr>
        <p:spPr>
          <a:xfrm>
            <a:off x="0" y="6605588"/>
            <a:ext cx="9906000" cy="252412"/>
          </a:xfrm>
          <a:prstGeom prst="rect">
            <a:avLst/>
          </a:prstGeom>
          <a:solidFill>
            <a:srgbClr val="7979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950">
              <a:solidFill>
                <a:prstClr val="white"/>
              </a:solidFill>
            </a:endParaRPr>
          </a:p>
        </p:txBody>
      </p:sp>
      <p:sp>
        <p:nvSpPr>
          <p:cNvPr id="13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4606440" y="6597352"/>
            <a:ext cx="478102" cy="287338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300" b="1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C5C08CE-D885-4D6C-8DE9-6C0400A48FA0}" type="slidenum">
              <a:rPr lang="ko-KR" altLang="en-US"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white"/>
              </a:solidFill>
            </a:endParaRPr>
          </a:p>
        </p:txBody>
      </p:sp>
      <p:grpSp>
        <p:nvGrpSpPr>
          <p:cNvPr id="16" name="그룹 15"/>
          <p:cNvGrpSpPr/>
          <p:nvPr userDrawn="1"/>
        </p:nvGrpSpPr>
        <p:grpSpPr>
          <a:xfrm>
            <a:off x="-2175" y="-2034"/>
            <a:ext cx="9908175" cy="868364"/>
            <a:chOff x="-2008" y="-2034"/>
            <a:chExt cx="9146008" cy="868364"/>
          </a:xfrm>
        </p:grpSpPr>
        <p:sp>
          <p:nvSpPr>
            <p:cNvPr id="17" name="직사각형 1"/>
            <p:cNvSpPr/>
            <p:nvPr userDrawn="1"/>
          </p:nvSpPr>
          <p:spPr>
            <a:xfrm>
              <a:off x="-2008" y="-2034"/>
              <a:ext cx="9146008" cy="868364"/>
            </a:xfrm>
            <a:custGeom>
              <a:avLst/>
              <a:gdLst>
                <a:gd name="connsiteX0" fmla="*/ 0 w 9144000"/>
                <a:gd name="connsiteY0" fmla="*/ 0 h 863600"/>
                <a:gd name="connsiteX1" fmla="*/ 9144000 w 9144000"/>
                <a:gd name="connsiteY1" fmla="*/ 0 h 863600"/>
                <a:gd name="connsiteX2" fmla="*/ 9144000 w 9144000"/>
                <a:gd name="connsiteY2" fmla="*/ 863600 h 863600"/>
                <a:gd name="connsiteX3" fmla="*/ 0 w 9144000"/>
                <a:gd name="connsiteY3" fmla="*/ 863600 h 863600"/>
                <a:gd name="connsiteX4" fmla="*/ 0 w 9144000"/>
                <a:gd name="connsiteY4" fmla="*/ 0 h 863600"/>
                <a:gd name="connsiteX0" fmla="*/ 0 w 9144000"/>
                <a:gd name="connsiteY0" fmla="*/ 3175 h 866775"/>
                <a:gd name="connsiteX1" fmla="*/ 8972550 w 9144000"/>
                <a:gd name="connsiteY1" fmla="*/ 0 h 866775"/>
                <a:gd name="connsiteX2" fmla="*/ 9144000 w 9144000"/>
                <a:gd name="connsiteY2" fmla="*/ 3175 h 866775"/>
                <a:gd name="connsiteX3" fmla="*/ 9144000 w 9144000"/>
                <a:gd name="connsiteY3" fmla="*/ 866775 h 866775"/>
                <a:gd name="connsiteX4" fmla="*/ 0 w 9144000"/>
                <a:gd name="connsiteY4" fmla="*/ 866775 h 866775"/>
                <a:gd name="connsiteX5" fmla="*/ 0 w 9144000"/>
                <a:gd name="connsiteY5" fmla="*/ 3175 h 866775"/>
                <a:gd name="connsiteX0" fmla="*/ 0 w 9144000"/>
                <a:gd name="connsiteY0" fmla="*/ 3175 h 866775"/>
                <a:gd name="connsiteX1" fmla="*/ 8972550 w 9144000"/>
                <a:gd name="connsiteY1" fmla="*/ 0 h 866775"/>
                <a:gd name="connsiteX2" fmla="*/ 9144000 w 9144000"/>
                <a:gd name="connsiteY2" fmla="*/ 3175 h 866775"/>
                <a:gd name="connsiteX3" fmla="*/ 9140825 w 9144000"/>
                <a:gd name="connsiteY3" fmla="*/ 323851 h 866775"/>
                <a:gd name="connsiteX4" fmla="*/ 9144000 w 9144000"/>
                <a:gd name="connsiteY4" fmla="*/ 866775 h 866775"/>
                <a:gd name="connsiteX5" fmla="*/ 0 w 9144000"/>
                <a:gd name="connsiteY5" fmla="*/ 866775 h 866775"/>
                <a:gd name="connsiteX6" fmla="*/ 0 w 9144000"/>
                <a:gd name="connsiteY6" fmla="*/ 3175 h 866775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9144000 w 9144000"/>
                <a:gd name="connsiteY4" fmla="*/ 86677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78422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784225 h 866776"/>
                <a:gd name="connsiteX0" fmla="*/ 0 w 9144000"/>
                <a:gd name="connsiteY0" fmla="*/ 784225 h 866776"/>
                <a:gd name="connsiteX1" fmla="*/ 7461250 w 9144000"/>
                <a:gd name="connsiteY1" fmla="*/ 136525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6925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9525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9525 w 9144000"/>
                <a:gd name="connsiteY8" fmla="*/ 784225 h 866776"/>
                <a:gd name="connsiteX0" fmla="*/ 0 w 9148763"/>
                <a:gd name="connsiteY0" fmla="*/ 788987 h 866776"/>
                <a:gd name="connsiteX1" fmla="*/ 7383463 w 9148763"/>
                <a:gd name="connsiteY1" fmla="*/ 793750 h 866776"/>
                <a:gd name="connsiteX2" fmla="*/ 8977313 w 9148763"/>
                <a:gd name="connsiteY2" fmla="*/ 0 h 866776"/>
                <a:gd name="connsiteX3" fmla="*/ 9148763 w 9148763"/>
                <a:gd name="connsiteY3" fmla="*/ 3175 h 866776"/>
                <a:gd name="connsiteX4" fmla="*/ 9145588 w 9148763"/>
                <a:gd name="connsiteY4" fmla="*/ 323851 h 866776"/>
                <a:gd name="connsiteX5" fmla="*/ 8491538 w 9148763"/>
                <a:gd name="connsiteY5" fmla="*/ 679450 h 866776"/>
                <a:gd name="connsiteX6" fmla="*/ 7440613 w 9148763"/>
                <a:gd name="connsiteY6" fmla="*/ 866776 h 866776"/>
                <a:gd name="connsiteX7" fmla="*/ 4763 w 9148763"/>
                <a:gd name="connsiteY7" fmla="*/ 866775 h 866776"/>
                <a:gd name="connsiteX8" fmla="*/ 0 w 9148763"/>
                <a:gd name="connsiteY8" fmla="*/ 788987 h 866776"/>
                <a:gd name="connsiteX0" fmla="*/ 0 w 9145780"/>
                <a:gd name="connsiteY0" fmla="*/ 790575 h 868364"/>
                <a:gd name="connsiteX1" fmla="*/ 7383463 w 9145780"/>
                <a:gd name="connsiteY1" fmla="*/ 795338 h 868364"/>
                <a:gd name="connsiteX2" fmla="*/ 8977313 w 9145780"/>
                <a:gd name="connsiteY2" fmla="*/ 1588 h 868364"/>
                <a:gd name="connsiteX3" fmla="*/ 9144000 w 9145780"/>
                <a:gd name="connsiteY3" fmla="*/ 0 h 868364"/>
                <a:gd name="connsiteX4" fmla="*/ 9145588 w 9145780"/>
                <a:gd name="connsiteY4" fmla="*/ 325439 h 868364"/>
                <a:gd name="connsiteX5" fmla="*/ 8491538 w 9145780"/>
                <a:gd name="connsiteY5" fmla="*/ 681038 h 868364"/>
                <a:gd name="connsiteX6" fmla="*/ 7440613 w 9145780"/>
                <a:gd name="connsiteY6" fmla="*/ 868364 h 868364"/>
                <a:gd name="connsiteX7" fmla="*/ 4763 w 9145780"/>
                <a:gd name="connsiteY7" fmla="*/ 868363 h 868364"/>
                <a:gd name="connsiteX8" fmla="*/ 0 w 9145780"/>
                <a:gd name="connsiteY8" fmla="*/ 790575 h 868364"/>
                <a:gd name="connsiteX0" fmla="*/ 0 w 9145780"/>
                <a:gd name="connsiteY0" fmla="*/ 790575 h 868364"/>
                <a:gd name="connsiteX1" fmla="*/ 7295357 w 9145780"/>
                <a:gd name="connsiteY1" fmla="*/ 795338 h 868364"/>
                <a:gd name="connsiteX2" fmla="*/ 8977313 w 9145780"/>
                <a:gd name="connsiteY2" fmla="*/ 1588 h 868364"/>
                <a:gd name="connsiteX3" fmla="*/ 9144000 w 9145780"/>
                <a:gd name="connsiteY3" fmla="*/ 0 h 868364"/>
                <a:gd name="connsiteX4" fmla="*/ 9145588 w 9145780"/>
                <a:gd name="connsiteY4" fmla="*/ 325439 h 868364"/>
                <a:gd name="connsiteX5" fmla="*/ 8491538 w 9145780"/>
                <a:gd name="connsiteY5" fmla="*/ 681038 h 868364"/>
                <a:gd name="connsiteX6" fmla="*/ 7440613 w 9145780"/>
                <a:gd name="connsiteY6" fmla="*/ 868364 h 868364"/>
                <a:gd name="connsiteX7" fmla="*/ 4763 w 9145780"/>
                <a:gd name="connsiteY7" fmla="*/ 868363 h 868364"/>
                <a:gd name="connsiteX8" fmla="*/ 0 w 9145780"/>
                <a:gd name="connsiteY8" fmla="*/ 790575 h 868364"/>
                <a:gd name="connsiteX0" fmla="*/ 0 w 9145780"/>
                <a:gd name="connsiteY0" fmla="*/ 790575 h 868364"/>
                <a:gd name="connsiteX1" fmla="*/ 7295357 w 9145780"/>
                <a:gd name="connsiteY1" fmla="*/ 795338 h 868364"/>
                <a:gd name="connsiteX2" fmla="*/ 8977313 w 9145780"/>
                <a:gd name="connsiteY2" fmla="*/ 1588 h 868364"/>
                <a:gd name="connsiteX3" fmla="*/ 9144000 w 9145780"/>
                <a:gd name="connsiteY3" fmla="*/ 0 h 868364"/>
                <a:gd name="connsiteX4" fmla="*/ 9145588 w 9145780"/>
                <a:gd name="connsiteY4" fmla="*/ 325439 h 868364"/>
                <a:gd name="connsiteX5" fmla="*/ 8491538 w 9145780"/>
                <a:gd name="connsiteY5" fmla="*/ 681038 h 868364"/>
                <a:gd name="connsiteX6" fmla="*/ 7440613 w 9145780"/>
                <a:gd name="connsiteY6" fmla="*/ 868364 h 868364"/>
                <a:gd name="connsiteX7" fmla="*/ 4763 w 9145780"/>
                <a:gd name="connsiteY7" fmla="*/ 868363 h 868364"/>
                <a:gd name="connsiteX8" fmla="*/ 0 w 9145780"/>
                <a:gd name="connsiteY8" fmla="*/ 790575 h 868364"/>
                <a:gd name="connsiteX0" fmla="*/ 2381 w 9141017"/>
                <a:gd name="connsiteY0" fmla="*/ 795338 h 868364"/>
                <a:gd name="connsiteX1" fmla="*/ 7290594 w 9141017"/>
                <a:gd name="connsiteY1" fmla="*/ 795338 h 868364"/>
                <a:gd name="connsiteX2" fmla="*/ 8972550 w 9141017"/>
                <a:gd name="connsiteY2" fmla="*/ 1588 h 868364"/>
                <a:gd name="connsiteX3" fmla="*/ 9139237 w 9141017"/>
                <a:gd name="connsiteY3" fmla="*/ 0 h 868364"/>
                <a:gd name="connsiteX4" fmla="*/ 9140825 w 9141017"/>
                <a:gd name="connsiteY4" fmla="*/ 325439 h 868364"/>
                <a:gd name="connsiteX5" fmla="*/ 8486775 w 9141017"/>
                <a:gd name="connsiteY5" fmla="*/ 681038 h 868364"/>
                <a:gd name="connsiteX6" fmla="*/ 7435850 w 9141017"/>
                <a:gd name="connsiteY6" fmla="*/ 868364 h 868364"/>
                <a:gd name="connsiteX7" fmla="*/ 0 w 9141017"/>
                <a:gd name="connsiteY7" fmla="*/ 868363 h 868364"/>
                <a:gd name="connsiteX8" fmla="*/ 2381 w 9141017"/>
                <a:gd name="connsiteY8" fmla="*/ 795338 h 868364"/>
                <a:gd name="connsiteX0" fmla="*/ 68 w 9145847"/>
                <a:gd name="connsiteY0" fmla="*/ 795338 h 868364"/>
                <a:gd name="connsiteX1" fmla="*/ 7295424 w 9145847"/>
                <a:gd name="connsiteY1" fmla="*/ 795338 h 868364"/>
                <a:gd name="connsiteX2" fmla="*/ 8977380 w 9145847"/>
                <a:gd name="connsiteY2" fmla="*/ 1588 h 868364"/>
                <a:gd name="connsiteX3" fmla="*/ 9144067 w 9145847"/>
                <a:gd name="connsiteY3" fmla="*/ 0 h 868364"/>
                <a:gd name="connsiteX4" fmla="*/ 9145655 w 9145847"/>
                <a:gd name="connsiteY4" fmla="*/ 325439 h 868364"/>
                <a:gd name="connsiteX5" fmla="*/ 8491605 w 9145847"/>
                <a:gd name="connsiteY5" fmla="*/ 681038 h 868364"/>
                <a:gd name="connsiteX6" fmla="*/ 7440680 w 9145847"/>
                <a:gd name="connsiteY6" fmla="*/ 868364 h 868364"/>
                <a:gd name="connsiteX7" fmla="*/ 4830 w 9145847"/>
                <a:gd name="connsiteY7" fmla="*/ 868363 h 868364"/>
                <a:gd name="connsiteX8" fmla="*/ 68 w 9145847"/>
                <a:gd name="connsiteY8" fmla="*/ 795338 h 868364"/>
                <a:gd name="connsiteX0" fmla="*/ 229 w 9146008"/>
                <a:gd name="connsiteY0" fmla="*/ 795338 h 868364"/>
                <a:gd name="connsiteX1" fmla="*/ 7295585 w 9146008"/>
                <a:gd name="connsiteY1" fmla="*/ 795338 h 868364"/>
                <a:gd name="connsiteX2" fmla="*/ 8977541 w 9146008"/>
                <a:gd name="connsiteY2" fmla="*/ 1588 h 868364"/>
                <a:gd name="connsiteX3" fmla="*/ 9144228 w 9146008"/>
                <a:gd name="connsiteY3" fmla="*/ 0 h 868364"/>
                <a:gd name="connsiteX4" fmla="*/ 9145816 w 9146008"/>
                <a:gd name="connsiteY4" fmla="*/ 325439 h 868364"/>
                <a:gd name="connsiteX5" fmla="*/ 8491766 w 9146008"/>
                <a:gd name="connsiteY5" fmla="*/ 681038 h 868364"/>
                <a:gd name="connsiteX6" fmla="*/ 7440841 w 9146008"/>
                <a:gd name="connsiteY6" fmla="*/ 868364 h 868364"/>
                <a:gd name="connsiteX7" fmla="*/ 229 w 9146008"/>
                <a:gd name="connsiteY7" fmla="*/ 868363 h 868364"/>
                <a:gd name="connsiteX8" fmla="*/ 229 w 9146008"/>
                <a:gd name="connsiteY8" fmla="*/ 795338 h 86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46008" h="868364">
                  <a:moveTo>
                    <a:pt x="229" y="795338"/>
                  </a:moveTo>
                  <a:lnTo>
                    <a:pt x="7295585" y="795338"/>
                  </a:lnTo>
                  <a:cubicBezTo>
                    <a:pt x="8128493" y="737130"/>
                    <a:pt x="8684383" y="351896"/>
                    <a:pt x="8977541" y="1588"/>
                  </a:cubicBezTo>
                  <a:lnTo>
                    <a:pt x="9144228" y="0"/>
                  </a:lnTo>
                  <a:cubicBezTo>
                    <a:pt x="9143170" y="106892"/>
                    <a:pt x="9146874" y="218547"/>
                    <a:pt x="9145816" y="325439"/>
                  </a:cubicBezTo>
                  <a:cubicBezTo>
                    <a:pt x="8988124" y="455614"/>
                    <a:pt x="8843133" y="534988"/>
                    <a:pt x="8491766" y="681038"/>
                  </a:cubicBezTo>
                  <a:cubicBezTo>
                    <a:pt x="8181674" y="780522"/>
                    <a:pt x="8014458" y="848255"/>
                    <a:pt x="7440841" y="868364"/>
                  </a:cubicBezTo>
                  <a:lnTo>
                    <a:pt x="229" y="868363"/>
                  </a:lnTo>
                  <a:cubicBezTo>
                    <a:pt x="1023" y="844021"/>
                    <a:pt x="-565" y="819680"/>
                    <a:pt x="229" y="795338"/>
                  </a:cubicBezTo>
                  <a:close/>
                </a:path>
              </a:pathLst>
            </a:custGeom>
            <a:solidFill>
              <a:srgbClr val="034EA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50">
                <a:solidFill>
                  <a:prstClr val="white"/>
                </a:solidFill>
              </a:endParaRPr>
            </a:p>
          </p:txBody>
        </p:sp>
        <p:sp>
          <p:nvSpPr>
            <p:cNvPr id="18" name="직사각형 2"/>
            <p:cNvSpPr/>
            <p:nvPr userDrawn="1"/>
          </p:nvSpPr>
          <p:spPr>
            <a:xfrm>
              <a:off x="7385050" y="313161"/>
              <a:ext cx="1758950" cy="553169"/>
            </a:xfrm>
            <a:custGeom>
              <a:avLst/>
              <a:gdLst>
                <a:gd name="connsiteX0" fmla="*/ 0 w 1758950"/>
                <a:gd name="connsiteY0" fmla="*/ 0 h 534119"/>
                <a:gd name="connsiteX1" fmla="*/ 1758950 w 1758950"/>
                <a:gd name="connsiteY1" fmla="*/ 0 h 534119"/>
                <a:gd name="connsiteX2" fmla="*/ 1758950 w 1758950"/>
                <a:gd name="connsiteY2" fmla="*/ 534119 h 534119"/>
                <a:gd name="connsiteX3" fmla="*/ 0 w 1758950"/>
                <a:gd name="connsiteY3" fmla="*/ 534119 h 534119"/>
                <a:gd name="connsiteX4" fmla="*/ 0 w 1758950"/>
                <a:gd name="connsiteY4" fmla="*/ 0 h 534119"/>
                <a:gd name="connsiteX0" fmla="*/ 0 w 1758950"/>
                <a:gd name="connsiteY0" fmla="*/ 0 h 534119"/>
                <a:gd name="connsiteX1" fmla="*/ 1758950 w 1758950"/>
                <a:gd name="connsiteY1" fmla="*/ 0 h 534119"/>
                <a:gd name="connsiteX2" fmla="*/ 1758950 w 1758950"/>
                <a:gd name="connsiteY2" fmla="*/ 5341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0 w 1758950"/>
                <a:gd name="connsiteY5" fmla="*/ 0 h 534119"/>
                <a:gd name="connsiteX0" fmla="*/ 0 w 1758950"/>
                <a:gd name="connsiteY0" fmla="*/ 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0 w 1758950"/>
                <a:gd name="connsiteY5" fmla="*/ 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098550 w 1758950"/>
                <a:gd name="connsiteY0" fmla="*/ 34290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098550 w 1758950"/>
                <a:gd name="connsiteY5" fmla="*/ 342900 h 534119"/>
                <a:gd name="connsiteX0" fmla="*/ 1098550 w 1758950"/>
                <a:gd name="connsiteY0" fmla="*/ 34290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673100 w 1758950"/>
                <a:gd name="connsiteY4" fmla="*/ 454744 h 534119"/>
                <a:gd name="connsiteX5" fmla="*/ 1098550 w 1758950"/>
                <a:gd name="connsiteY5" fmla="*/ 342900 h 534119"/>
                <a:gd name="connsiteX0" fmla="*/ 673100 w 1758950"/>
                <a:gd name="connsiteY0" fmla="*/ 454744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673100 w 1758950"/>
                <a:gd name="connsiteY4" fmla="*/ 454744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53169 h 553169"/>
                <a:gd name="connsiteX1" fmla="*/ 1755775 w 1758950"/>
                <a:gd name="connsiteY1" fmla="*/ 0 h 553169"/>
                <a:gd name="connsiteX2" fmla="*/ 1758950 w 1758950"/>
                <a:gd name="connsiteY2" fmla="*/ 286469 h 553169"/>
                <a:gd name="connsiteX3" fmla="*/ 0 w 1758950"/>
                <a:gd name="connsiteY3" fmla="*/ 553169 h 553169"/>
                <a:gd name="connsiteX0" fmla="*/ 0 w 1758950"/>
                <a:gd name="connsiteY0" fmla="*/ 553169 h 553169"/>
                <a:gd name="connsiteX1" fmla="*/ 1758156 w 1758950"/>
                <a:gd name="connsiteY1" fmla="*/ 0 h 553169"/>
                <a:gd name="connsiteX2" fmla="*/ 1758950 w 1758950"/>
                <a:gd name="connsiteY2" fmla="*/ 286469 h 553169"/>
                <a:gd name="connsiteX3" fmla="*/ 0 w 1758950"/>
                <a:gd name="connsiteY3" fmla="*/ 553169 h 553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58950" h="553169">
                  <a:moveTo>
                    <a:pt x="0" y="553169"/>
                  </a:moveTo>
                  <a:cubicBezTo>
                    <a:pt x="652992" y="537054"/>
                    <a:pt x="1044839" y="409815"/>
                    <a:pt x="1758156" y="0"/>
                  </a:cubicBezTo>
                  <a:cubicBezTo>
                    <a:pt x="1759214" y="95490"/>
                    <a:pt x="1757892" y="190979"/>
                    <a:pt x="1758950" y="286469"/>
                  </a:cubicBezTo>
                  <a:cubicBezTo>
                    <a:pt x="1223433" y="435694"/>
                    <a:pt x="948267" y="515069"/>
                    <a:pt x="0" y="553169"/>
                  </a:cubicBezTo>
                  <a:close/>
                </a:path>
              </a:pathLst>
            </a:custGeom>
            <a:solidFill>
              <a:srgbClr val="D1D3D4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50">
                <a:solidFill>
                  <a:prstClr val="white"/>
                </a:solidFill>
              </a:endParaRPr>
            </a:p>
          </p:txBody>
        </p:sp>
      </p:grpSp>
      <p:pic>
        <p:nvPicPr>
          <p:cNvPr id="19" name="Picture 19" descr="C:\Users\aplus\Desktop\12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489" y="6620789"/>
            <a:ext cx="858095" cy="222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5" descr="C:\Users\aplus\Documents\네이트온 받은 파일\에셋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5425" y="6628347"/>
            <a:ext cx="863889" cy="215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50362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484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5196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49373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96B03DF-453A-49B7-8268-373ECAA91B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4000" y="646415"/>
            <a:ext cx="9449750" cy="9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5224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검정색교안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슬라이드 번호 개체 틀 5">
            <a:extLst>
              <a:ext uri="{FF2B5EF4-FFF2-40B4-BE49-F238E27FC236}">
                <a16:creationId xmlns:a16="http://schemas.microsoft.com/office/drawing/2014/main" id="{B66D8BA5-72F6-68CC-2336-EDF5D25B68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62077" y="6584308"/>
            <a:ext cx="343959" cy="274346"/>
          </a:xfrm>
          <a:prstGeom prst="rect">
            <a:avLst/>
          </a:prstGeom>
        </p:spPr>
        <p:txBody>
          <a:bodyPr vert="horz" lIns="0" tIns="0" rIns="108000" bIns="72000" rtlCol="0" anchor="ctr"/>
          <a:lstStyle>
            <a:lvl1pPr marL="0" algn="r" defTabSz="768797" rtl="0" eaLnBrk="1" latinLnBrk="1" hangingPunct="1">
              <a:defRPr lang="ko-KR" altLang="en-US" sz="860" b="1" kern="1200" spc="-77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>
              <a:defRPr/>
            </a:pPr>
            <a:fld id="{D76F8EBF-0EDC-4EDF-A7F9-44AE75FD6F84}" type="slidenum">
              <a:rPr lang="en-US" altLang="ko-KR" smtClean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US" altLang="ko-KR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3B015E1-BCC3-D387-F788-62A8B16EE5F3}"/>
              </a:ext>
            </a:extLst>
          </p:cNvPr>
          <p:cNvSpPr/>
          <p:nvPr userDrawn="1"/>
        </p:nvSpPr>
        <p:spPr>
          <a:xfrm>
            <a:off x="135484" y="396716"/>
            <a:ext cx="9635033" cy="6123217"/>
          </a:xfrm>
          <a:prstGeom prst="rect">
            <a:avLst/>
          </a:prstGeom>
          <a:solidFill>
            <a:schemeClr val="bg1"/>
          </a:solidFill>
          <a:ln w="476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367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719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나눔스퀘어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81516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검정색교안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슬라이드 번호 개체 틀 5">
            <a:extLst>
              <a:ext uri="{FF2B5EF4-FFF2-40B4-BE49-F238E27FC236}">
                <a16:creationId xmlns:a16="http://schemas.microsoft.com/office/drawing/2014/main" id="{B66D8BA5-72F6-68CC-2336-EDF5D25B68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62077" y="6584308"/>
            <a:ext cx="343959" cy="274346"/>
          </a:xfrm>
          <a:prstGeom prst="rect">
            <a:avLst/>
          </a:prstGeom>
        </p:spPr>
        <p:txBody>
          <a:bodyPr vert="horz" lIns="0" tIns="0" rIns="108000" bIns="72000" rtlCol="0" anchor="ctr"/>
          <a:lstStyle>
            <a:lvl1pPr marL="0" algn="r" defTabSz="768797" rtl="0" eaLnBrk="1" latinLnBrk="1" hangingPunct="1">
              <a:defRPr lang="ko-KR" altLang="en-US" sz="860" b="1" kern="1200" spc="-77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>
              <a:defRPr/>
            </a:pPr>
            <a:fld id="{D76F8EBF-0EDC-4EDF-A7F9-44AE75FD6F84}" type="slidenum">
              <a:rPr lang="en-US" altLang="ko-KR" smtClean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US" altLang="ko-KR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5792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8862512-5B50-8CF5-7EB2-0FB29AC1F5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" t="-168" r="12838" b="27278"/>
          <a:stretch/>
        </p:blipFill>
        <p:spPr>
          <a:xfrm>
            <a:off x="-1" y="-8624"/>
            <a:ext cx="9906002" cy="6866624"/>
          </a:xfrm>
          <a:prstGeom prst="rect">
            <a:avLst/>
          </a:prstGeom>
        </p:spPr>
      </p:pic>
      <p:sp>
        <p:nvSpPr>
          <p:cNvPr id="6" name="그래픽 4">
            <a:extLst>
              <a:ext uri="{FF2B5EF4-FFF2-40B4-BE49-F238E27FC236}">
                <a16:creationId xmlns:a16="http://schemas.microsoft.com/office/drawing/2014/main" id="{A4EED810-E989-998C-5EAA-20A97C1A3910}"/>
              </a:ext>
            </a:extLst>
          </p:cNvPr>
          <p:cNvSpPr/>
          <p:nvPr userDrawn="1"/>
        </p:nvSpPr>
        <p:spPr>
          <a:xfrm>
            <a:off x="-2" y="4457912"/>
            <a:ext cx="9424492" cy="2400088"/>
          </a:xfrm>
          <a:custGeom>
            <a:avLst/>
            <a:gdLst>
              <a:gd name="connsiteX0" fmla="*/ 6507957 w 6507956"/>
              <a:gd name="connsiteY0" fmla="*/ 3577685 h 3577685"/>
              <a:gd name="connsiteX1" fmla="*/ 0 w 6507956"/>
              <a:gd name="connsiteY1" fmla="*/ 3577685 h 3577685"/>
              <a:gd name="connsiteX2" fmla="*/ 0 w 6507956"/>
              <a:gd name="connsiteY2" fmla="*/ 0 h 3577685"/>
              <a:gd name="connsiteX3" fmla="*/ 1977200 w 6507956"/>
              <a:gd name="connsiteY3" fmla="*/ 1710785 h 3577685"/>
              <a:gd name="connsiteX4" fmla="*/ 5362099 w 6507956"/>
              <a:gd name="connsiteY4" fmla="*/ 2201704 h 3577685"/>
              <a:gd name="connsiteX5" fmla="*/ 6507957 w 6507956"/>
              <a:gd name="connsiteY5" fmla="*/ 3577685 h 3577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07956" h="3577685">
                <a:moveTo>
                  <a:pt x="6507957" y="3577685"/>
                </a:moveTo>
                <a:lnTo>
                  <a:pt x="0" y="3577685"/>
                </a:lnTo>
                <a:lnTo>
                  <a:pt x="0" y="0"/>
                </a:lnTo>
                <a:cubicBezTo>
                  <a:pt x="0" y="0"/>
                  <a:pt x="519589" y="1158335"/>
                  <a:pt x="1977200" y="1710785"/>
                </a:cubicBezTo>
                <a:cubicBezTo>
                  <a:pt x="3128677" y="2147221"/>
                  <a:pt x="4339590" y="1706594"/>
                  <a:pt x="5362099" y="2201704"/>
                </a:cubicBezTo>
                <a:cubicBezTo>
                  <a:pt x="5844826" y="2435447"/>
                  <a:pt x="6300788" y="2917889"/>
                  <a:pt x="6507957" y="3577685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367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71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그래픽 13">
            <a:extLst>
              <a:ext uri="{FF2B5EF4-FFF2-40B4-BE49-F238E27FC236}">
                <a16:creationId xmlns:a16="http://schemas.microsoft.com/office/drawing/2014/main" id="{CCABF572-35E3-7411-2FA1-60A01698130D}"/>
              </a:ext>
            </a:extLst>
          </p:cNvPr>
          <p:cNvSpPr/>
          <p:nvPr userDrawn="1"/>
        </p:nvSpPr>
        <p:spPr>
          <a:xfrm>
            <a:off x="6397790" y="1"/>
            <a:ext cx="3508210" cy="822421"/>
          </a:xfrm>
          <a:custGeom>
            <a:avLst/>
            <a:gdLst>
              <a:gd name="connsiteX0" fmla="*/ 1472375 w 1472374"/>
              <a:gd name="connsiteY0" fmla="*/ 0 h 970026"/>
              <a:gd name="connsiteX1" fmla="*/ 1472375 w 1472374"/>
              <a:gd name="connsiteY1" fmla="*/ 970026 h 970026"/>
              <a:gd name="connsiteX2" fmla="*/ 0 w 1472374"/>
              <a:gd name="connsiteY2" fmla="*/ 0 h 970026"/>
              <a:gd name="connsiteX3" fmla="*/ 1472375 w 1472374"/>
              <a:gd name="connsiteY3" fmla="*/ 0 h 970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2374" h="970026">
                <a:moveTo>
                  <a:pt x="1472375" y="0"/>
                </a:moveTo>
                <a:lnTo>
                  <a:pt x="1472375" y="970026"/>
                </a:lnTo>
                <a:cubicBezTo>
                  <a:pt x="1472375" y="970026"/>
                  <a:pt x="564070" y="970026"/>
                  <a:pt x="0" y="0"/>
                </a:cubicBezTo>
                <a:lnTo>
                  <a:pt x="1472375" y="0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367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71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D3D037-CC34-9559-F43D-39BD009275A6}"/>
              </a:ext>
            </a:extLst>
          </p:cNvPr>
          <p:cNvSpPr txBox="1"/>
          <p:nvPr userDrawn="1"/>
        </p:nvSpPr>
        <p:spPr>
          <a:xfrm>
            <a:off x="145680" y="6393432"/>
            <a:ext cx="6724769" cy="317737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txBody>
          <a:bodyPr wrap="none" lIns="68792" tIns="34396" rIns="68792" bIns="34396" rtlCol="0" anchor="ctr">
            <a:spAutoFit/>
          </a:bodyPr>
          <a:lstStyle/>
          <a:p>
            <a:pPr marL="0" marR="0" lvl="0" indent="0" algn="l" defTabSz="4367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5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65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본 자료는 사내 교육</a:t>
            </a:r>
            <a:r>
              <a:rPr kumimoji="0" lang="en-US" altLang="ko-KR" sz="765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0" lang="ko-KR" altLang="en-US" sz="765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회의</a:t>
            </a:r>
            <a:r>
              <a:rPr kumimoji="0" lang="en-US" altLang="ko-KR" sz="765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0" lang="ko-KR" altLang="en-US" sz="765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용 자료</a:t>
            </a:r>
            <a:r>
              <a:rPr kumimoji="0" lang="ko-KR" altLang="en-US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로서 외부유출 금지 및 고객에게 설명</a:t>
            </a:r>
            <a:r>
              <a:rPr kumimoji="0" lang="en-US" altLang="ko-KR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,</a:t>
            </a:r>
            <a:r>
              <a:rPr kumimoji="0" lang="ko-KR" altLang="en-US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교부</a:t>
            </a:r>
            <a:r>
              <a:rPr kumimoji="0" lang="en-US" altLang="ko-KR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, </a:t>
            </a:r>
            <a:r>
              <a:rPr kumimoji="0" lang="ko-KR" altLang="en-US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배포</a:t>
            </a:r>
            <a:r>
              <a:rPr kumimoji="0" lang="en-US" altLang="ko-KR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, </a:t>
            </a:r>
            <a:r>
              <a:rPr kumimoji="0" lang="ko-KR" altLang="en-US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전송 또는 온라인 게시 등 광고</a:t>
            </a:r>
            <a:r>
              <a:rPr kumimoji="0" lang="en-US" altLang="ko-KR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·</a:t>
            </a:r>
            <a:r>
              <a:rPr kumimoji="0" lang="ko-KR" altLang="en-US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선전물로 활용이 </a:t>
            </a:r>
            <a:r>
              <a:rPr kumimoji="0" lang="ko-KR" altLang="en-US" sz="765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금지되며</a:t>
            </a:r>
            <a:r>
              <a:rPr kumimoji="0" lang="en-US" altLang="ko-KR" sz="765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, </a:t>
            </a:r>
            <a:r>
              <a:rPr kumimoji="0" lang="ko-KR" altLang="en-US" sz="765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무단 </a:t>
            </a:r>
            <a:r>
              <a:rPr kumimoji="0" lang="ko-KR" altLang="en-US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전재</a:t>
            </a:r>
            <a:r>
              <a:rPr kumimoji="0" lang="en-US" altLang="ko-KR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·</a:t>
            </a:r>
            <a:r>
              <a:rPr kumimoji="0" lang="ko-KR" altLang="en-US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배포</a:t>
            </a:r>
            <a:r>
              <a:rPr kumimoji="0" lang="en-US" altLang="ko-KR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·</a:t>
            </a:r>
            <a:r>
              <a:rPr kumimoji="0" lang="ko-KR" altLang="en-US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변형을 금지합니다</a:t>
            </a:r>
            <a:r>
              <a:rPr kumimoji="0" lang="en-US" altLang="ko-KR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  <a:p>
            <a:pPr marL="0" marR="0" lvl="0" indent="0" algn="l" defTabSz="4367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5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이를 준수하지 않을 경우 </a:t>
            </a:r>
            <a:r>
              <a:rPr kumimoji="0" lang="ko-KR" altLang="en-US" sz="765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금융소비자보호법에 따른 과태료부과 등 민</a:t>
            </a:r>
            <a:r>
              <a:rPr kumimoji="0" lang="en-US" altLang="ko-KR" sz="765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·</a:t>
            </a:r>
            <a:r>
              <a:rPr kumimoji="0" lang="ko-KR" altLang="en-US" sz="765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형사상의 책임을 물을 수 있습니다</a:t>
            </a:r>
            <a:r>
              <a:rPr kumimoji="0" lang="en-US" altLang="ko-KR" sz="765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854190C-E2BC-8069-A7A1-B58FF254E3D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230" y="5915837"/>
            <a:ext cx="2376836" cy="248533"/>
          </a:xfrm>
          <a:prstGeom prst="rect">
            <a:avLst/>
          </a:prstGeom>
        </p:spPr>
      </p:pic>
      <p:sp>
        <p:nvSpPr>
          <p:cNvPr id="9" name="바닥글 개체 틀 4">
            <a:extLst>
              <a:ext uri="{FF2B5EF4-FFF2-40B4-BE49-F238E27FC236}">
                <a16:creationId xmlns:a16="http://schemas.microsoft.com/office/drawing/2014/main" id="{8CD3F365-B117-04B8-C6B4-23ECA1ACE1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53045" y="80005"/>
            <a:ext cx="719020" cy="19996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rgbClr val="FF0000"/>
            </a:solidFill>
          </a:ln>
        </p:spPr>
        <p:txBody>
          <a:bodyPr vert="horz" wrap="none" lIns="0" tIns="0" rIns="0" bIns="0" rtlCol="0" anchor="ctr">
            <a:noAutofit/>
          </a:bodyPr>
          <a:lstStyle>
            <a:lvl1pPr marL="0" algn="ctr" defTabSz="436792" rtl="0" eaLnBrk="1" latinLnBrk="0" hangingPunct="1">
              <a:defRPr lang="ko-KR" altLang="en-US" sz="860" b="0" kern="120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defRPr>
            </a:lvl1pPr>
          </a:lstStyle>
          <a:p>
            <a:pPr>
              <a:defRPr/>
            </a:pPr>
            <a:r>
              <a:rPr lang="ko-KR" altLang="en-US">
                <a:ln>
                  <a:solidFill>
                    <a:prstClr val="white">
                      <a:alpha val="0"/>
                    </a:prstClr>
                  </a:solidFill>
                </a:ln>
              </a:rPr>
              <a:t>사내교육용</a:t>
            </a:r>
            <a:endParaRPr lang="ko-KR" altLang="en-US" dirty="0">
              <a:ln>
                <a:solidFill>
                  <a:prstClr val="white">
                    <a:alpha val="0"/>
                  </a:prst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4106080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4F56D5CA-6975-4D40-AF6A-6034B5AFE68A}"/>
              </a:ext>
            </a:extLst>
          </p:cNvPr>
          <p:cNvSpPr/>
          <p:nvPr userDrawn="1"/>
        </p:nvSpPr>
        <p:spPr>
          <a:xfrm flipV="1">
            <a:off x="5" y="856812"/>
            <a:ext cx="9911043" cy="48293"/>
          </a:xfrm>
          <a:prstGeom prst="rect">
            <a:avLst/>
          </a:prstGeom>
          <a:gradFill flip="none" rotWithShape="1">
            <a:gsLst>
              <a:gs pos="0">
                <a:srgbClr val="0C55B6"/>
              </a:gs>
              <a:gs pos="18000">
                <a:srgbClr val="0094D5"/>
              </a:gs>
              <a:gs pos="100000">
                <a:srgbClr val="00C7B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367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79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21917510-84C9-4EF8-9EE3-1C1A27D103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1291" y="453753"/>
            <a:ext cx="1794934" cy="200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6152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검정색교안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슬라이드 번호 개체 틀 5">
            <a:extLst>
              <a:ext uri="{FF2B5EF4-FFF2-40B4-BE49-F238E27FC236}">
                <a16:creationId xmlns:a16="http://schemas.microsoft.com/office/drawing/2014/main" id="{B66D8BA5-72F6-68CC-2336-EDF5D25B68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62077" y="6584308"/>
            <a:ext cx="343959" cy="274346"/>
          </a:xfrm>
          <a:prstGeom prst="rect">
            <a:avLst/>
          </a:prstGeom>
        </p:spPr>
        <p:txBody>
          <a:bodyPr vert="horz" lIns="0" tIns="0" rIns="108000" bIns="72000" rtlCol="0" anchor="ctr"/>
          <a:lstStyle>
            <a:lvl1pPr marL="0" algn="r" defTabSz="768797" rtl="0" eaLnBrk="1" latinLnBrk="1" hangingPunct="1">
              <a:defRPr lang="ko-KR" altLang="en-US" sz="860" b="1" kern="1200" spc="-77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>
              <a:defRPr/>
            </a:pPr>
            <a:fld id="{D76F8EBF-0EDC-4EDF-A7F9-44AE75FD6F84}" type="slidenum">
              <a:rPr lang="en-US" altLang="ko-KR" smtClean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US" altLang="ko-KR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3B015E1-BCC3-D387-F788-62A8B16EE5F3}"/>
              </a:ext>
            </a:extLst>
          </p:cNvPr>
          <p:cNvSpPr/>
          <p:nvPr userDrawn="1"/>
        </p:nvSpPr>
        <p:spPr>
          <a:xfrm>
            <a:off x="135484" y="396716"/>
            <a:ext cx="9635033" cy="6123217"/>
          </a:xfrm>
          <a:prstGeom prst="rect">
            <a:avLst/>
          </a:prstGeom>
          <a:solidFill>
            <a:schemeClr val="bg1"/>
          </a:solidFill>
          <a:ln w="476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367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719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나눔스퀘어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29611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검정색교안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슬라이드 번호 개체 틀 5">
            <a:extLst>
              <a:ext uri="{FF2B5EF4-FFF2-40B4-BE49-F238E27FC236}">
                <a16:creationId xmlns:a16="http://schemas.microsoft.com/office/drawing/2014/main" id="{B66D8BA5-72F6-68CC-2336-EDF5D25B68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62077" y="6584308"/>
            <a:ext cx="343959" cy="274346"/>
          </a:xfrm>
          <a:prstGeom prst="rect">
            <a:avLst/>
          </a:prstGeom>
        </p:spPr>
        <p:txBody>
          <a:bodyPr vert="horz" lIns="0" tIns="0" rIns="108000" bIns="72000" rtlCol="0" anchor="ctr"/>
          <a:lstStyle>
            <a:lvl1pPr marL="0" algn="r" defTabSz="768797" rtl="0" eaLnBrk="1" latinLnBrk="1" hangingPunct="1">
              <a:defRPr lang="ko-KR" altLang="en-US" sz="860" b="1" kern="1200" spc="-77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>
              <a:defRPr/>
            </a:pPr>
            <a:fld id="{D76F8EBF-0EDC-4EDF-A7F9-44AE75FD6F84}" type="slidenum">
              <a:rPr lang="en-US" altLang="ko-KR" smtClean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US" altLang="ko-KR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75356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8862512-5B50-8CF5-7EB2-0FB29AC1F5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" t="-168" r="12838" b="27278"/>
          <a:stretch/>
        </p:blipFill>
        <p:spPr>
          <a:xfrm>
            <a:off x="-1" y="-8624"/>
            <a:ext cx="9906002" cy="6866624"/>
          </a:xfrm>
          <a:prstGeom prst="rect">
            <a:avLst/>
          </a:prstGeom>
        </p:spPr>
      </p:pic>
      <p:sp>
        <p:nvSpPr>
          <p:cNvPr id="6" name="그래픽 4">
            <a:extLst>
              <a:ext uri="{FF2B5EF4-FFF2-40B4-BE49-F238E27FC236}">
                <a16:creationId xmlns:a16="http://schemas.microsoft.com/office/drawing/2014/main" id="{A4EED810-E989-998C-5EAA-20A97C1A3910}"/>
              </a:ext>
            </a:extLst>
          </p:cNvPr>
          <p:cNvSpPr/>
          <p:nvPr userDrawn="1"/>
        </p:nvSpPr>
        <p:spPr>
          <a:xfrm>
            <a:off x="-2" y="4457912"/>
            <a:ext cx="9424492" cy="2400088"/>
          </a:xfrm>
          <a:custGeom>
            <a:avLst/>
            <a:gdLst>
              <a:gd name="connsiteX0" fmla="*/ 6507957 w 6507956"/>
              <a:gd name="connsiteY0" fmla="*/ 3577685 h 3577685"/>
              <a:gd name="connsiteX1" fmla="*/ 0 w 6507956"/>
              <a:gd name="connsiteY1" fmla="*/ 3577685 h 3577685"/>
              <a:gd name="connsiteX2" fmla="*/ 0 w 6507956"/>
              <a:gd name="connsiteY2" fmla="*/ 0 h 3577685"/>
              <a:gd name="connsiteX3" fmla="*/ 1977200 w 6507956"/>
              <a:gd name="connsiteY3" fmla="*/ 1710785 h 3577685"/>
              <a:gd name="connsiteX4" fmla="*/ 5362099 w 6507956"/>
              <a:gd name="connsiteY4" fmla="*/ 2201704 h 3577685"/>
              <a:gd name="connsiteX5" fmla="*/ 6507957 w 6507956"/>
              <a:gd name="connsiteY5" fmla="*/ 3577685 h 3577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07956" h="3577685">
                <a:moveTo>
                  <a:pt x="6507957" y="3577685"/>
                </a:moveTo>
                <a:lnTo>
                  <a:pt x="0" y="3577685"/>
                </a:lnTo>
                <a:lnTo>
                  <a:pt x="0" y="0"/>
                </a:lnTo>
                <a:cubicBezTo>
                  <a:pt x="0" y="0"/>
                  <a:pt x="519589" y="1158335"/>
                  <a:pt x="1977200" y="1710785"/>
                </a:cubicBezTo>
                <a:cubicBezTo>
                  <a:pt x="3128677" y="2147221"/>
                  <a:pt x="4339590" y="1706594"/>
                  <a:pt x="5362099" y="2201704"/>
                </a:cubicBezTo>
                <a:cubicBezTo>
                  <a:pt x="5844826" y="2435447"/>
                  <a:pt x="6300788" y="2917889"/>
                  <a:pt x="6507957" y="3577685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367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71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그래픽 13">
            <a:extLst>
              <a:ext uri="{FF2B5EF4-FFF2-40B4-BE49-F238E27FC236}">
                <a16:creationId xmlns:a16="http://schemas.microsoft.com/office/drawing/2014/main" id="{CCABF572-35E3-7411-2FA1-60A01698130D}"/>
              </a:ext>
            </a:extLst>
          </p:cNvPr>
          <p:cNvSpPr/>
          <p:nvPr userDrawn="1"/>
        </p:nvSpPr>
        <p:spPr>
          <a:xfrm>
            <a:off x="6397790" y="1"/>
            <a:ext cx="3508210" cy="822421"/>
          </a:xfrm>
          <a:custGeom>
            <a:avLst/>
            <a:gdLst>
              <a:gd name="connsiteX0" fmla="*/ 1472375 w 1472374"/>
              <a:gd name="connsiteY0" fmla="*/ 0 h 970026"/>
              <a:gd name="connsiteX1" fmla="*/ 1472375 w 1472374"/>
              <a:gd name="connsiteY1" fmla="*/ 970026 h 970026"/>
              <a:gd name="connsiteX2" fmla="*/ 0 w 1472374"/>
              <a:gd name="connsiteY2" fmla="*/ 0 h 970026"/>
              <a:gd name="connsiteX3" fmla="*/ 1472375 w 1472374"/>
              <a:gd name="connsiteY3" fmla="*/ 0 h 970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2374" h="970026">
                <a:moveTo>
                  <a:pt x="1472375" y="0"/>
                </a:moveTo>
                <a:lnTo>
                  <a:pt x="1472375" y="970026"/>
                </a:lnTo>
                <a:cubicBezTo>
                  <a:pt x="1472375" y="970026"/>
                  <a:pt x="564070" y="970026"/>
                  <a:pt x="0" y="0"/>
                </a:cubicBezTo>
                <a:lnTo>
                  <a:pt x="1472375" y="0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367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71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D3D037-CC34-9559-F43D-39BD009275A6}"/>
              </a:ext>
            </a:extLst>
          </p:cNvPr>
          <p:cNvSpPr txBox="1"/>
          <p:nvPr userDrawn="1"/>
        </p:nvSpPr>
        <p:spPr>
          <a:xfrm>
            <a:off x="145680" y="6393432"/>
            <a:ext cx="6724769" cy="317737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txBody>
          <a:bodyPr wrap="none" lIns="68792" tIns="34396" rIns="68792" bIns="34396" rtlCol="0" anchor="ctr">
            <a:spAutoFit/>
          </a:bodyPr>
          <a:lstStyle/>
          <a:p>
            <a:pPr marL="0" marR="0" lvl="0" indent="0" algn="l" defTabSz="4367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5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65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본 자료는 사내 교육</a:t>
            </a:r>
            <a:r>
              <a:rPr kumimoji="0" lang="en-US" altLang="ko-KR" sz="765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0" lang="ko-KR" altLang="en-US" sz="765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회의</a:t>
            </a:r>
            <a:r>
              <a:rPr kumimoji="0" lang="en-US" altLang="ko-KR" sz="765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0" lang="ko-KR" altLang="en-US" sz="765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용 자료</a:t>
            </a:r>
            <a:r>
              <a:rPr kumimoji="0" lang="ko-KR" altLang="en-US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로서 외부유출 금지 및 고객에게 설명</a:t>
            </a:r>
            <a:r>
              <a:rPr kumimoji="0" lang="en-US" altLang="ko-KR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,</a:t>
            </a:r>
            <a:r>
              <a:rPr kumimoji="0" lang="ko-KR" altLang="en-US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교부</a:t>
            </a:r>
            <a:r>
              <a:rPr kumimoji="0" lang="en-US" altLang="ko-KR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, </a:t>
            </a:r>
            <a:r>
              <a:rPr kumimoji="0" lang="ko-KR" altLang="en-US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배포</a:t>
            </a:r>
            <a:r>
              <a:rPr kumimoji="0" lang="en-US" altLang="ko-KR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, </a:t>
            </a:r>
            <a:r>
              <a:rPr kumimoji="0" lang="ko-KR" altLang="en-US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전송 또는 온라인 게시 등 광고</a:t>
            </a:r>
            <a:r>
              <a:rPr kumimoji="0" lang="en-US" altLang="ko-KR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·</a:t>
            </a:r>
            <a:r>
              <a:rPr kumimoji="0" lang="ko-KR" altLang="en-US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선전물로 활용이 </a:t>
            </a:r>
            <a:r>
              <a:rPr kumimoji="0" lang="ko-KR" altLang="en-US" sz="765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금지되며</a:t>
            </a:r>
            <a:r>
              <a:rPr kumimoji="0" lang="en-US" altLang="ko-KR" sz="765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, </a:t>
            </a:r>
            <a:r>
              <a:rPr kumimoji="0" lang="ko-KR" altLang="en-US" sz="765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무단 </a:t>
            </a:r>
            <a:r>
              <a:rPr kumimoji="0" lang="ko-KR" altLang="en-US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전재</a:t>
            </a:r>
            <a:r>
              <a:rPr kumimoji="0" lang="en-US" altLang="ko-KR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·</a:t>
            </a:r>
            <a:r>
              <a:rPr kumimoji="0" lang="ko-KR" altLang="en-US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배포</a:t>
            </a:r>
            <a:r>
              <a:rPr kumimoji="0" lang="en-US" altLang="ko-KR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·</a:t>
            </a:r>
            <a:r>
              <a:rPr kumimoji="0" lang="ko-KR" altLang="en-US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변형을 금지합니다</a:t>
            </a:r>
            <a:r>
              <a:rPr kumimoji="0" lang="en-US" altLang="ko-KR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  <a:p>
            <a:pPr marL="0" marR="0" lvl="0" indent="0" algn="l" defTabSz="4367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5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이를 준수하지 않을 경우 </a:t>
            </a:r>
            <a:r>
              <a:rPr kumimoji="0" lang="ko-KR" altLang="en-US" sz="765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금융소비자보호법에 따른 과태료부과 등 민</a:t>
            </a:r>
            <a:r>
              <a:rPr kumimoji="0" lang="en-US" altLang="ko-KR" sz="765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·</a:t>
            </a:r>
            <a:r>
              <a:rPr kumimoji="0" lang="ko-KR" altLang="en-US" sz="765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형사상의 책임을 물을 수 있습니다</a:t>
            </a:r>
            <a:r>
              <a:rPr kumimoji="0" lang="en-US" altLang="ko-KR" sz="765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854190C-E2BC-8069-A7A1-B58FF254E3D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230" y="5915837"/>
            <a:ext cx="2376836" cy="248533"/>
          </a:xfrm>
          <a:prstGeom prst="rect">
            <a:avLst/>
          </a:prstGeom>
        </p:spPr>
      </p:pic>
      <p:sp>
        <p:nvSpPr>
          <p:cNvPr id="9" name="바닥글 개체 틀 4">
            <a:extLst>
              <a:ext uri="{FF2B5EF4-FFF2-40B4-BE49-F238E27FC236}">
                <a16:creationId xmlns:a16="http://schemas.microsoft.com/office/drawing/2014/main" id="{8CD3F365-B117-04B8-C6B4-23ECA1ACE1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53045" y="80005"/>
            <a:ext cx="719020" cy="19996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rgbClr val="FF0000"/>
            </a:solidFill>
          </a:ln>
        </p:spPr>
        <p:txBody>
          <a:bodyPr vert="horz" wrap="none" lIns="0" tIns="0" rIns="0" bIns="0" rtlCol="0" anchor="ctr">
            <a:noAutofit/>
          </a:bodyPr>
          <a:lstStyle>
            <a:lvl1pPr marL="0" algn="ctr" defTabSz="436792" rtl="0" eaLnBrk="1" latinLnBrk="0" hangingPunct="1">
              <a:defRPr lang="ko-KR" altLang="en-US" sz="860" b="0" kern="120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defRPr>
            </a:lvl1pPr>
          </a:lstStyle>
          <a:p>
            <a:pPr>
              <a:defRPr/>
            </a:pPr>
            <a:r>
              <a:rPr lang="ko-KR" altLang="en-US">
                <a:ln>
                  <a:solidFill>
                    <a:prstClr val="white">
                      <a:alpha val="0"/>
                    </a:prstClr>
                  </a:solidFill>
                </a:ln>
              </a:rPr>
              <a:t>사내교육용</a:t>
            </a:r>
            <a:endParaRPr lang="ko-KR" altLang="en-US" dirty="0">
              <a:ln>
                <a:solidFill>
                  <a:prstClr val="white">
                    <a:alpha val="0"/>
                  </a:prst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6724101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1030" y="364450"/>
            <a:ext cx="8543943" cy="1326232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6F8EBF-0EDC-4EDF-A7F9-44AE75FD6F84}" type="slidenum">
              <a:rPr lang="en-US" altLang="ko-KR" smtClean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US" altLang="ko-KR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prstClr val="white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3BA588A-402F-F452-DE18-35CFD9DC7E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6" t="-168" r="-8" b="27278"/>
          <a:stretch/>
        </p:blipFill>
        <p:spPr>
          <a:xfrm>
            <a:off x="0" y="-9767"/>
            <a:ext cx="9906000" cy="6867767"/>
          </a:xfrm>
          <a:prstGeom prst="rect">
            <a:avLst/>
          </a:prstGeom>
        </p:spPr>
      </p:pic>
      <p:sp>
        <p:nvSpPr>
          <p:cNvPr id="5" name="직사각형 4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19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9193265-8A24-EAC9-5E68-2426BB04986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9395" y="204691"/>
            <a:ext cx="2064429" cy="33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8537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4F56D5CA-6975-4D40-AF6A-6034B5AFE68A}"/>
              </a:ext>
            </a:extLst>
          </p:cNvPr>
          <p:cNvSpPr/>
          <p:nvPr userDrawn="1"/>
        </p:nvSpPr>
        <p:spPr>
          <a:xfrm flipV="1">
            <a:off x="5" y="856812"/>
            <a:ext cx="9911043" cy="48293"/>
          </a:xfrm>
          <a:prstGeom prst="rect">
            <a:avLst/>
          </a:prstGeom>
          <a:gradFill flip="none" rotWithShape="1">
            <a:gsLst>
              <a:gs pos="0">
                <a:srgbClr val="0C55B6"/>
              </a:gs>
              <a:gs pos="18000">
                <a:srgbClr val="0094D5"/>
              </a:gs>
              <a:gs pos="100000">
                <a:srgbClr val="00C7B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367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79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21917510-84C9-4EF8-9EE3-1C1A27D103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1291" y="453753"/>
            <a:ext cx="1794934" cy="200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8457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사용자 지정 레이아웃">
    <p:bg>
      <p:bgPr>
        <a:solidFill>
          <a:srgbClr val="0014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F7A03357-BDFD-1B04-464D-29BAE6056E99}"/>
              </a:ext>
            </a:extLst>
          </p:cNvPr>
          <p:cNvSpPr txBox="1">
            <a:spLocks/>
          </p:cNvSpPr>
          <p:nvPr userDrawn="1"/>
        </p:nvSpPr>
        <p:spPr>
          <a:xfrm>
            <a:off x="9351464" y="6587518"/>
            <a:ext cx="33823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고양일산 R" panose="020B0303000000020004" pitchFamily="50" charset="-127"/>
                <a:ea typeface="고양일산 R" panose="020B0303000000020004" pitchFamily="50" charset="-127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FF102B3-8B1E-450E-A9A8-50C9EE88E4E4}" type="slidenum">
              <a:rPr lang="ko-KR" altLang="en-US" sz="1100" smtClean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pPr algn="ctr"/>
              <a:t>‹#›</a:t>
            </a:fld>
            <a:endParaRPr lang="ko-KR" altLang="en-US" sz="11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943FAE-659F-80EA-A1D6-079BF074F56C}"/>
              </a:ext>
            </a:extLst>
          </p:cNvPr>
          <p:cNvSpPr txBox="1"/>
          <p:nvPr userDrawn="1"/>
        </p:nvSpPr>
        <p:spPr>
          <a:xfrm>
            <a:off x="258831" y="6602906"/>
            <a:ext cx="2423740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Copyright </a:t>
            </a:r>
            <a:r>
              <a:rPr lang="en-US" altLang="ko-KR" sz="900" dirty="0" err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AplusAsset</a:t>
            </a:r>
            <a:r>
              <a:rPr lang="en-US" altLang="ko-KR" sz="9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Corp. All right Reserved</a:t>
            </a:r>
            <a:endParaRPr lang="ko-KR" altLang="en-US" sz="9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9193265-8A24-EAC9-5E68-2426BB0498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9395" y="204691"/>
            <a:ext cx="2064429" cy="33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7384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검정색교안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슬라이드 번호 개체 틀 5">
            <a:extLst>
              <a:ext uri="{FF2B5EF4-FFF2-40B4-BE49-F238E27FC236}">
                <a16:creationId xmlns:a16="http://schemas.microsoft.com/office/drawing/2014/main" id="{B66D8BA5-72F6-68CC-2336-EDF5D25B68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62077" y="6584308"/>
            <a:ext cx="343959" cy="274346"/>
          </a:xfrm>
          <a:prstGeom prst="rect">
            <a:avLst/>
          </a:prstGeom>
        </p:spPr>
        <p:txBody>
          <a:bodyPr vert="horz" lIns="0" tIns="0" rIns="108000" bIns="72000" rtlCol="0" anchor="ctr"/>
          <a:lstStyle>
            <a:lvl1pPr marL="0" algn="r" defTabSz="768797" rtl="0" eaLnBrk="1" latinLnBrk="1" hangingPunct="1">
              <a:defRPr lang="ko-KR" altLang="en-US" sz="860" b="1" kern="1200" spc="-77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>
              <a:defRPr/>
            </a:pPr>
            <a:fld id="{D76F8EBF-0EDC-4EDF-A7F9-44AE75FD6F84}" type="slidenum">
              <a:rPr lang="en-US" altLang="ko-KR" smtClean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US" altLang="ko-KR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3B015E1-BCC3-D387-F788-62A8B16EE5F3}"/>
              </a:ext>
            </a:extLst>
          </p:cNvPr>
          <p:cNvSpPr/>
          <p:nvPr userDrawn="1"/>
        </p:nvSpPr>
        <p:spPr>
          <a:xfrm>
            <a:off x="135484" y="396716"/>
            <a:ext cx="9635033" cy="6123217"/>
          </a:xfrm>
          <a:prstGeom prst="rect">
            <a:avLst/>
          </a:prstGeom>
          <a:solidFill>
            <a:schemeClr val="bg1"/>
          </a:solidFill>
          <a:ln w="476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367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719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나눔스퀘어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27349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검정색교안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슬라이드 번호 개체 틀 5">
            <a:extLst>
              <a:ext uri="{FF2B5EF4-FFF2-40B4-BE49-F238E27FC236}">
                <a16:creationId xmlns:a16="http://schemas.microsoft.com/office/drawing/2014/main" id="{B66D8BA5-72F6-68CC-2336-EDF5D25B68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62077" y="6584308"/>
            <a:ext cx="343959" cy="274346"/>
          </a:xfrm>
          <a:prstGeom prst="rect">
            <a:avLst/>
          </a:prstGeom>
        </p:spPr>
        <p:txBody>
          <a:bodyPr vert="horz" lIns="0" tIns="0" rIns="108000" bIns="72000" rtlCol="0" anchor="ctr"/>
          <a:lstStyle>
            <a:lvl1pPr marL="0" algn="r" defTabSz="768797" rtl="0" eaLnBrk="1" latinLnBrk="1" hangingPunct="1">
              <a:defRPr lang="ko-KR" altLang="en-US" sz="860" b="1" kern="1200" spc="-77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>
              <a:defRPr/>
            </a:pPr>
            <a:fld id="{D76F8EBF-0EDC-4EDF-A7F9-44AE75FD6F84}" type="slidenum">
              <a:rPr lang="en-US" altLang="ko-KR" smtClean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US" altLang="ko-KR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355189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8862512-5B50-8CF5-7EB2-0FB29AC1F5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" t="-168" r="12838" b="27278"/>
          <a:stretch/>
        </p:blipFill>
        <p:spPr>
          <a:xfrm>
            <a:off x="-1" y="-8624"/>
            <a:ext cx="9906002" cy="6866624"/>
          </a:xfrm>
          <a:prstGeom prst="rect">
            <a:avLst/>
          </a:prstGeom>
        </p:spPr>
      </p:pic>
      <p:sp>
        <p:nvSpPr>
          <p:cNvPr id="6" name="그래픽 4">
            <a:extLst>
              <a:ext uri="{FF2B5EF4-FFF2-40B4-BE49-F238E27FC236}">
                <a16:creationId xmlns:a16="http://schemas.microsoft.com/office/drawing/2014/main" id="{A4EED810-E989-998C-5EAA-20A97C1A3910}"/>
              </a:ext>
            </a:extLst>
          </p:cNvPr>
          <p:cNvSpPr/>
          <p:nvPr userDrawn="1"/>
        </p:nvSpPr>
        <p:spPr>
          <a:xfrm>
            <a:off x="-2" y="4457912"/>
            <a:ext cx="9424492" cy="2400088"/>
          </a:xfrm>
          <a:custGeom>
            <a:avLst/>
            <a:gdLst>
              <a:gd name="connsiteX0" fmla="*/ 6507957 w 6507956"/>
              <a:gd name="connsiteY0" fmla="*/ 3577685 h 3577685"/>
              <a:gd name="connsiteX1" fmla="*/ 0 w 6507956"/>
              <a:gd name="connsiteY1" fmla="*/ 3577685 h 3577685"/>
              <a:gd name="connsiteX2" fmla="*/ 0 w 6507956"/>
              <a:gd name="connsiteY2" fmla="*/ 0 h 3577685"/>
              <a:gd name="connsiteX3" fmla="*/ 1977200 w 6507956"/>
              <a:gd name="connsiteY3" fmla="*/ 1710785 h 3577685"/>
              <a:gd name="connsiteX4" fmla="*/ 5362099 w 6507956"/>
              <a:gd name="connsiteY4" fmla="*/ 2201704 h 3577685"/>
              <a:gd name="connsiteX5" fmla="*/ 6507957 w 6507956"/>
              <a:gd name="connsiteY5" fmla="*/ 3577685 h 3577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07956" h="3577685">
                <a:moveTo>
                  <a:pt x="6507957" y="3577685"/>
                </a:moveTo>
                <a:lnTo>
                  <a:pt x="0" y="3577685"/>
                </a:lnTo>
                <a:lnTo>
                  <a:pt x="0" y="0"/>
                </a:lnTo>
                <a:cubicBezTo>
                  <a:pt x="0" y="0"/>
                  <a:pt x="519589" y="1158335"/>
                  <a:pt x="1977200" y="1710785"/>
                </a:cubicBezTo>
                <a:cubicBezTo>
                  <a:pt x="3128677" y="2147221"/>
                  <a:pt x="4339590" y="1706594"/>
                  <a:pt x="5362099" y="2201704"/>
                </a:cubicBezTo>
                <a:cubicBezTo>
                  <a:pt x="5844826" y="2435447"/>
                  <a:pt x="6300788" y="2917889"/>
                  <a:pt x="6507957" y="3577685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367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71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그래픽 13">
            <a:extLst>
              <a:ext uri="{FF2B5EF4-FFF2-40B4-BE49-F238E27FC236}">
                <a16:creationId xmlns:a16="http://schemas.microsoft.com/office/drawing/2014/main" id="{CCABF572-35E3-7411-2FA1-60A01698130D}"/>
              </a:ext>
            </a:extLst>
          </p:cNvPr>
          <p:cNvSpPr/>
          <p:nvPr userDrawn="1"/>
        </p:nvSpPr>
        <p:spPr>
          <a:xfrm>
            <a:off x="6397790" y="1"/>
            <a:ext cx="3508210" cy="822421"/>
          </a:xfrm>
          <a:custGeom>
            <a:avLst/>
            <a:gdLst>
              <a:gd name="connsiteX0" fmla="*/ 1472375 w 1472374"/>
              <a:gd name="connsiteY0" fmla="*/ 0 h 970026"/>
              <a:gd name="connsiteX1" fmla="*/ 1472375 w 1472374"/>
              <a:gd name="connsiteY1" fmla="*/ 970026 h 970026"/>
              <a:gd name="connsiteX2" fmla="*/ 0 w 1472374"/>
              <a:gd name="connsiteY2" fmla="*/ 0 h 970026"/>
              <a:gd name="connsiteX3" fmla="*/ 1472375 w 1472374"/>
              <a:gd name="connsiteY3" fmla="*/ 0 h 970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2374" h="970026">
                <a:moveTo>
                  <a:pt x="1472375" y="0"/>
                </a:moveTo>
                <a:lnTo>
                  <a:pt x="1472375" y="970026"/>
                </a:lnTo>
                <a:cubicBezTo>
                  <a:pt x="1472375" y="970026"/>
                  <a:pt x="564070" y="970026"/>
                  <a:pt x="0" y="0"/>
                </a:cubicBezTo>
                <a:lnTo>
                  <a:pt x="1472375" y="0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367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71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D3D037-CC34-9559-F43D-39BD009275A6}"/>
              </a:ext>
            </a:extLst>
          </p:cNvPr>
          <p:cNvSpPr txBox="1"/>
          <p:nvPr userDrawn="1"/>
        </p:nvSpPr>
        <p:spPr>
          <a:xfrm>
            <a:off x="145680" y="6393432"/>
            <a:ext cx="6724769" cy="317737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txBody>
          <a:bodyPr wrap="none" lIns="68792" tIns="34396" rIns="68792" bIns="34396" rtlCol="0" anchor="ctr">
            <a:spAutoFit/>
          </a:bodyPr>
          <a:lstStyle/>
          <a:p>
            <a:pPr marL="0" marR="0" lvl="0" indent="0" algn="l" defTabSz="4367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5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65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본 자료는 사내 교육</a:t>
            </a:r>
            <a:r>
              <a:rPr kumimoji="0" lang="en-US" altLang="ko-KR" sz="765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0" lang="ko-KR" altLang="en-US" sz="765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회의</a:t>
            </a:r>
            <a:r>
              <a:rPr kumimoji="0" lang="en-US" altLang="ko-KR" sz="765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0" lang="ko-KR" altLang="en-US" sz="765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용 자료</a:t>
            </a:r>
            <a:r>
              <a:rPr kumimoji="0" lang="ko-KR" altLang="en-US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로서 외부유출 금지 및 고객에게 설명</a:t>
            </a:r>
            <a:r>
              <a:rPr kumimoji="0" lang="en-US" altLang="ko-KR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,</a:t>
            </a:r>
            <a:r>
              <a:rPr kumimoji="0" lang="ko-KR" altLang="en-US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교부</a:t>
            </a:r>
            <a:r>
              <a:rPr kumimoji="0" lang="en-US" altLang="ko-KR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, </a:t>
            </a:r>
            <a:r>
              <a:rPr kumimoji="0" lang="ko-KR" altLang="en-US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배포</a:t>
            </a:r>
            <a:r>
              <a:rPr kumimoji="0" lang="en-US" altLang="ko-KR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, </a:t>
            </a:r>
            <a:r>
              <a:rPr kumimoji="0" lang="ko-KR" altLang="en-US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전송 또는 온라인 게시 등 광고</a:t>
            </a:r>
            <a:r>
              <a:rPr kumimoji="0" lang="en-US" altLang="ko-KR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·</a:t>
            </a:r>
            <a:r>
              <a:rPr kumimoji="0" lang="ko-KR" altLang="en-US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선전물로 활용이 </a:t>
            </a:r>
            <a:r>
              <a:rPr kumimoji="0" lang="ko-KR" altLang="en-US" sz="765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금지되며</a:t>
            </a:r>
            <a:r>
              <a:rPr kumimoji="0" lang="en-US" altLang="ko-KR" sz="765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, </a:t>
            </a:r>
            <a:r>
              <a:rPr kumimoji="0" lang="ko-KR" altLang="en-US" sz="765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무단 </a:t>
            </a:r>
            <a:r>
              <a:rPr kumimoji="0" lang="ko-KR" altLang="en-US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전재</a:t>
            </a:r>
            <a:r>
              <a:rPr kumimoji="0" lang="en-US" altLang="ko-KR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·</a:t>
            </a:r>
            <a:r>
              <a:rPr kumimoji="0" lang="ko-KR" altLang="en-US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배포</a:t>
            </a:r>
            <a:r>
              <a:rPr kumimoji="0" lang="en-US" altLang="ko-KR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·</a:t>
            </a:r>
            <a:r>
              <a:rPr kumimoji="0" lang="ko-KR" altLang="en-US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변형을 금지합니다</a:t>
            </a:r>
            <a:r>
              <a:rPr kumimoji="0" lang="en-US" altLang="ko-KR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  <a:p>
            <a:pPr marL="0" marR="0" lvl="0" indent="0" algn="l" defTabSz="4367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5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65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이를 준수하지 않을 경우 </a:t>
            </a:r>
            <a:r>
              <a:rPr kumimoji="0" lang="ko-KR" altLang="en-US" sz="765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금융소비자보호법에 따른 과태료부과 등 민</a:t>
            </a:r>
            <a:r>
              <a:rPr kumimoji="0" lang="en-US" altLang="ko-KR" sz="765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·</a:t>
            </a:r>
            <a:r>
              <a:rPr kumimoji="0" lang="ko-KR" altLang="en-US" sz="765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형사상의 책임을 물을 수 있습니다</a:t>
            </a:r>
            <a:r>
              <a:rPr kumimoji="0" lang="en-US" altLang="ko-KR" sz="765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854190C-E2BC-8069-A7A1-B58FF254E3D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230" y="5915837"/>
            <a:ext cx="2376836" cy="248533"/>
          </a:xfrm>
          <a:prstGeom prst="rect">
            <a:avLst/>
          </a:prstGeom>
        </p:spPr>
      </p:pic>
      <p:sp>
        <p:nvSpPr>
          <p:cNvPr id="9" name="바닥글 개체 틀 4">
            <a:extLst>
              <a:ext uri="{FF2B5EF4-FFF2-40B4-BE49-F238E27FC236}">
                <a16:creationId xmlns:a16="http://schemas.microsoft.com/office/drawing/2014/main" id="{8CD3F365-B117-04B8-C6B4-23ECA1ACE1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53045" y="80005"/>
            <a:ext cx="719020" cy="19996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rgbClr val="FF0000"/>
            </a:solidFill>
          </a:ln>
        </p:spPr>
        <p:txBody>
          <a:bodyPr vert="horz" wrap="none" lIns="0" tIns="0" rIns="0" bIns="0" rtlCol="0" anchor="ctr">
            <a:noAutofit/>
          </a:bodyPr>
          <a:lstStyle>
            <a:lvl1pPr marL="0" algn="ctr" defTabSz="436792" rtl="0" eaLnBrk="1" latinLnBrk="0" hangingPunct="1">
              <a:defRPr lang="ko-KR" altLang="en-US" sz="860" b="0" kern="120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defRPr>
            </a:lvl1pPr>
          </a:lstStyle>
          <a:p>
            <a:pPr>
              <a:defRPr/>
            </a:pPr>
            <a:r>
              <a:rPr lang="ko-KR" altLang="en-US">
                <a:ln>
                  <a:solidFill>
                    <a:prstClr val="white">
                      <a:alpha val="0"/>
                    </a:prstClr>
                  </a:solidFill>
                </a:ln>
              </a:rPr>
              <a:t>사내교육용</a:t>
            </a:r>
            <a:endParaRPr lang="ko-KR" altLang="en-US" dirty="0">
              <a:ln>
                <a:solidFill>
                  <a:prstClr val="white">
                    <a:alpha val="0"/>
                  </a:prst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1012179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1030" y="364450"/>
            <a:ext cx="8543943" cy="1326232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6F8EBF-0EDC-4EDF-A7F9-44AE75FD6F84}" type="slidenum">
              <a:rPr lang="en-US" altLang="ko-KR" smtClean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US" altLang="ko-KR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prstClr val="white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3BA588A-402F-F452-DE18-35CFD9DC7E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" t="-168" r="-8" b="27278"/>
          <a:stretch/>
        </p:blipFill>
        <p:spPr>
          <a:xfrm>
            <a:off x="0" y="-9767"/>
            <a:ext cx="9906000" cy="6867767"/>
          </a:xfrm>
          <a:prstGeom prst="rect">
            <a:avLst/>
          </a:prstGeom>
        </p:spPr>
      </p:pic>
      <p:sp>
        <p:nvSpPr>
          <p:cNvPr id="5" name="직사각형 4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19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9193265-8A24-EAC9-5E68-2426BB0498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9395" y="204691"/>
            <a:ext cx="2064429" cy="33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34997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4F56D5CA-6975-4D40-AF6A-6034B5AFE68A}"/>
              </a:ext>
            </a:extLst>
          </p:cNvPr>
          <p:cNvSpPr/>
          <p:nvPr userDrawn="1"/>
        </p:nvSpPr>
        <p:spPr>
          <a:xfrm flipV="1">
            <a:off x="5" y="856812"/>
            <a:ext cx="9911043" cy="48293"/>
          </a:xfrm>
          <a:prstGeom prst="rect">
            <a:avLst/>
          </a:prstGeom>
          <a:gradFill flip="none" rotWithShape="1">
            <a:gsLst>
              <a:gs pos="0">
                <a:srgbClr val="0C55B6"/>
              </a:gs>
              <a:gs pos="18000">
                <a:srgbClr val="0094D5"/>
              </a:gs>
              <a:gs pos="100000">
                <a:srgbClr val="00C7B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367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79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21917510-84C9-4EF8-9EE3-1C1A27D103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1291" y="453753"/>
            <a:ext cx="1794934" cy="200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5303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3258E-03CC-4117-AF6F-3BE2B5379628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257D1-307D-4573-8DD8-0FE07962DE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821961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3258E-03CC-4117-AF6F-3BE2B5379628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257D1-307D-4573-8DD8-0FE07962DE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53122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3258E-03CC-4117-AF6F-3BE2B5379628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257D1-307D-4573-8DD8-0FE07962DE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59393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3258E-03CC-4117-AF6F-3BE2B5379628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257D1-307D-4573-8DD8-0FE07962DE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26407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3258E-03CC-4117-AF6F-3BE2B5379628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257D1-307D-4573-8DD8-0FE07962DE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821403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3258E-03CC-4117-AF6F-3BE2B5379628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257D1-307D-4573-8DD8-0FE07962DE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90571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3258E-03CC-4117-AF6F-3BE2B5379628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257D1-307D-4573-8DD8-0FE07962DE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56729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3258E-03CC-4117-AF6F-3BE2B5379628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257D1-307D-4573-8DD8-0FE07962DE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991538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3258E-03CC-4117-AF6F-3BE2B5379628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257D1-307D-4573-8DD8-0FE07962DE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817703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3258E-03CC-4117-AF6F-3BE2B5379628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257D1-307D-4573-8DD8-0FE07962DE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251088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3258E-03CC-4117-AF6F-3BE2B5379628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257D1-307D-4573-8DD8-0FE07962DE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95501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한쪽 모서리가 잘린 사각형 6"/>
          <p:cNvSpPr/>
          <p:nvPr userDrawn="1"/>
        </p:nvSpPr>
        <p:spPr>
          <a:xfrm>
            <a:off x="0" y="0"/>
            <a:ext cx="9906000" cy="5875164"/>
          </a:xfrm>
          <a:custGeom>
            <a:avLst/>
            <a:gdLst>
              <a:gd name="connsiteX0" fmla="*/ 0 w 9144000"/>
              <a:gd name="connsiteY0" fmla="*/ 0 h 5875164"/>
              <a:gd name="connsiteX1" fmla="*/ 9144000 w 9144000"/>
              <a:gd name="connsiteY1" fmla="*/ 0 h 5875164"/>
              <a:gd name="connsiteX2" fmla="*/ 9144000 w 9144000"/>
              <a:gd name="connsiteY2" fmla="*/ 5875164 h 5875164"/>
              <a:gd name="connsiteX3" fmla="*/ 0 w 9144000"/>
              <a:gd name="connsiteY3" fmla="*/ 5875164 h 5875164"/>
              <a:gd name="connsiteX4" fmla="*/ 0 w 9144000"/>
              <a:gd name="connsiteY4" fmla="*/ 0 h 5875164"/>
              <a:gd name="connsiteX0" fmla="*/ 0 w 9144000"/>
              <a:gd name="connsiteY0" fmla="*/ 0 h 5875164"/>
              <a:gd name="connsiteX1" fmla="*/ 9144000 w 9144000"/>
              <a:gd name="connsiteY1" fmla="*/ 0 h 5875164"/>
              <a:gd name="connsiteX2" fmla="*/ 9144000 w 9144000"/>
              <a:gd name="connsiteY2" fmla="*/ 5875164 h 5875164"/>
              <a:gd name="connsiteX3" fmla="*/ 5156200 w 9144000"/>
              <a:gd name="connsiteY3" fmla="*/ 5867400 h 5875164"/>
              <a:gd name="connsiteX4" fmla="*/ 0 w 9144000"/>
              <a:gd name="connsiteY4" fmla="*/ 5875164 h 5875164"/>
              <a:gd name="connsiteX5" fmla="*/ 0 w 9144000"/>
              <a:gd name="connsiteY5" fmla="*/ 0 h 5875164"/>
              <a:gd name="connsiteX0" fmla="*/ 0 w 9144000"/>
              <a:gd name="connsiteY0" fmla="*/ 0 h 5875164"/>
              <a:gd name="connsiteX1" fmla="*/ 9144000 w 9144000"/>
              <a:gd name="connsiteY1" fmla="*/ 0 h 5875164"/>
              <a:gd name="connsiteX2" fmla="*/ 9144000 w 9144000"/>
              <a:gd name="connsiteY2" fmla="*/ 4127500 h 5875164"/>
              <a:gd name="connsiteX3" fmla="*/ 9144000 w 9144000"/>
              <a:gd name="connsiteY3" fmla="*/ 5875164 h 5875164"/>
              <a:gd name="connsiteX4" fmla="*/ 5156200 w 9144000"/>
              <a:gd name="connsiteY4" fmla="*/ 5867400 h 5875164"/>
              <a:gd name="connsiteX5" fmla="*/ 0 w 9144000"/>
              <a:gd name="connsiteY5" fmla="*/ 5875164 h 5875164"/>
              <a:gd name="connsiteX6" fmla="*/ 0 w 9144000"/>
              <a:gd name="connsiteY6" fmla="*/ 0 h 5875164"/>
              <a:gd name="connsiteX0" fmla="*/ 0 w 9144000"/>
              <a:gd name="connsiteY0" fmla="*/ 0 h 5875164"/>
              <a:gd name="connsiteX1" fmla="*/ 9144000 w 9144000"/>
              <a:gd name="connsiteY1" fmla="*/ 0 h 5875164"/>
              <a:gd name="connsiteX2" fmla="*/ 9144000 w 9144000"/>
              <a:gd name="connsiteY2" fmla="*/ 4127500 h 5875164"/>
              <a:gd name="connsiteX3" fmla="*/ 7366000 w 9144000"/>
              <a:gd name="connsiteY3" fmla="*/ 5189364 h 5875164"/>
              <a:gd name="connsiteX4" fmla="*/ 5156200 w 9144000"/>
              <a:gd name="connsiteY4" fmla="*/ 5867400 h 5875164"/>
              <a:gd name="connsiteX5" fmla="*/ 0 w 9144000"/>
              <a:gd name="connsiteY5" fmla="*/ 5875164 h 5875164"/>
              <a:gd name="connsiteX6" fmla="*/ 0 w 9144000"/>
              <a:gd name="connsiteY6" fmla="*/ 0 h 5875164"/>
              <a:gd name="connsiteX0" fmla="*/ 0 w 9144000"/>
              <a:gd name="connsiteY0" fmla="*/ 0 h 5875164"/>
              <a:gd name="connsiteX1" fmla="*/ 9144000 w 9144000"/>
              <a:gd name="connsiteY1" fmla="*/ 0 h 5875164"/>
              <a:gd name="connsiteX2" fmla="*/ 9144000 w 9144000"/>
              <a:gd name="connsiteY2" fmla="*/ 4127500 h 5875164"/>
              <a:gd name="connsiteX3" fmla="*/ 7556500 w 9144000"/>
              <a:gd name="connsiteY3" fmla="*/ 5621164 h 5875164"/>
              <a:gd name="connsiteX4" fmla="*/ 5156200 w 9144000"/>
              <a:gd name="connsiteY4" fmla="*/ 5867400 h 5875164"/>
              <a:gd name="connsiteX5" fmla="*/ 0 w 9144000"/>
              <a:gd name="connsiteY5" fmla="*/ 5875164 h 5875164"/>
              <a:gd name="connsiteX6" fmla="*/ 0 w 9144000"/>
              <a:gd name="connsiteY6" fmla="*/ 0 h 5875164"/>
              <a:gd name="connsiteX0" fmla="*/ 0 w 9144000"/>
              <a:gd name="connsiteY0" fmla="*/ 0 h 5875164"/>
              <a:gd name="connsiteX1" fmla="*/ 9144000 w 9144000"/>
              <a:gd name="connsiteY1" fmla="*/ 0 h 5875164"/>
              <a:gd name="connsiteX2" fmla="*/ 9144000 w 9144000"/>
              <a:gd name="connsiteY2" fmla="*/ 4330700 h 5875164"/>
              <a:gd name="connsiteX3" fmla="*/ 7556500 w 9144000"/>
              <a:gd name="connsiteY3" fmla="*/ 5621164 h 5875164"/>
              <a:gd name="connsiteX4" fmla="*/ 5156200 w 9144000"/>
              <a:gd name="connsiteY4" fmla="*/ 5867400 h 5875164"/>
              <a:gd name="connsiteX5" fmla="*/ 0 w 9144000"/>
              <a:gd name="connsiteY5" fmla="*/ 5875164 h 5875164"/>
              <a:gd name="connsiteX6" fmla="*/ 0 w 9144000"/>
              <a:gd name="connsiteY6" fmla="*/ 0 h 5875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4000" h="5875164">
                <a:moveTo>
                  <a:pt x="0" y="0"/>
                </a:moveTo>
                <a:lnTo>
                  <a:pt x="9144000" y="0"/>
                </a:lnTo>
                <a:lnTo>
                  <a:pt x="9144000" y="4330700"/>
                </a:lnTo>
                <a:lnTo>
                  <a:pt x="7556500" y="5621164"/>
                </a:lnTo>
                <a:lnTo>
                  <a:pt x="5156200" y="5867400"/>
                </a:lnTo>
                <a:lnTo>
                  <a:pt x="0" y="5875164"/>
                </a:lnTo>
                <a:lnTo>
                  <a:pt x="0" y="0"/>
                </a:lnTo>
                <a:close/>
              </a:path>
            </a:pathLst>
          </a:custGeom>
          <a:solidFill>
            <a:srgbClr val="E6E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 sz="1800"/>
          </a:p>
        </p:txBody>
      </p:sp>
      <p:grpSp>
        <p:nvGrpSpPr>
          <p:cNvPr id="2" name="그룹 1"/>
          <p:cNvGrpSpPr/>
          <p:nvPr userDrawn="1"/>
        </p:nvGrpSpPr>
        <p:grpSpPr>
          <a:xfrm>
            <a:off x="-10907" y="3597746"/>
            <a:ext cx="9919514" cy="2429377"/>
            <a:chOff x="5013652" y="7422531"/>
            <a:chExt cx="4131433" cy="1096143"/>
          </a:xfrm>
        </p:grpSpPr>
        <p:sp>
          <p:nvSpPr>
            <p:cNvPr id="9" name="직사각형 1"/>
            <p:cNvSpPr/>
            <p:nvPr userDrawn="1"/>
          </p:nvSpPr>
          <p:spPr>
            <a:xfrm>
              <a:off x="5013652" y="7422531"/>
              <a:ext cx="4131433" cy="1096143"/>
            </a:xfrm>
            <a:custGeom>
              <a:avLst/>
              <a:gdLst>
                <a:gd name="connsiteX0" fmla="*/ 0 w 9144000"/>
                <a:gd name="connsiteY0" fmla="*/ 0 h 863600"/>
                <a:gd name="connsiteX1" fmla="*/ 9144000 w 9144000"/>
                <a:gd name="connsiteY1" fmla="*/ 0 h 863600"/>
                <a:gd name="connsiteX2" fmla="*/ 9144000 w 9144000"/>
                <a:gd name="connsiteY2" fmla="*/ 863600 h 863600"/>
                <a:gd name="connsiteX3" fmla="*/ 0 w 9144000"/>
                <a:gd name="connsiteY3" fmla="*/ 863600 h 863600"/>
                <a:gd name="connsiteX4" fmla="*/ 0 w 9144000"/>
                <a:gd name="connsiteY4" fmla="*/ 0 h 863600"/>
                <a:gd name="connsiteX0" fmla="*/ 0 w 9144000"/>
                <a:gd name="connsiteY0" fmla="*/ 3175 h 866775"/>
                <a:gd name="connsiteX1" fmla="*/ 8972550 w 9144000"/>
                <a:gd name="connsiteY1" fmla="*/ 0 h 866775"/>
                <a:gd name="connsiteX2" fmla="*/ 9144000 w 9144000"/>
                <a:gd name="connsiteY2" fmla="*/ 3175 h 866775"/>
                <a:gd name="connsiteX3" fmla="*/ 9144000 w 9144000"/>
                <a:gd name="connsiteY3" fmla="*/ 866775 h 866775"/>
                <a:gd name="connsiteX4" fmla="*/ 0 w 9144000"/>
                <a:gd name="connsiteY4" fmla="*/ 866775 h 866775"/>
                <a:gd name="connsiteX5" fmla="*/ 0 w 9144000"/>
                <a:gd name="connsiteY5" fmla="*/ 3175 h 866775"/>
                <a:gd name="connsiteX0" fmla="*/ 0 w 9144000"/>
                <a:gd name="connsiteY0" fmla="*/ 3175 h 866775"/>
                <a:gd name="connsiteX1" fmla="*/ 8972550 w 9144000"/>
                <a:gd name="connsiteY1" fmla="*/ 0 h 866775"/>
                <a:gd name="connsiteX2" fmla="*/ 9144000 w 9144000"/>
                <a:gd name="connsiteY2" fmla="*/ 3175 h 866775"/>
                <a:gd name="connsiteX3" fmla="*/ 9140825 w 9144000"/>
                <a:gd name="connsiteY3" fmla="*/ 323851 h 866775"/>
                <a:gd name="connsiteX4" fmla="*/ 9144000 w 9144000"/>
                <a:gd name="connsiteY4" fmla="*/ 866775 h 866775"/>
                <a:gd name="connsiteX5" fmla="*/ 0 w 9144000"/>
                <a:gd name="connsiteY5" fmla="*/ 866775 h 866775"/>
                <a:gd name="connsiteX6" fmla="*/ 0 w 9144000"/>
                <a:gd name="connsiteY6" fmla="*/ 3175 h 866775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9144000 w 9144000"/>
                <a:gd name="connsiteY4" fmla="*/ 86677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78422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784225 h 866776"/>
                <a:gd name="connsiteX0" fmla="*/ 0 w 9144000"/>
                <a:gd name="connsiteY0" fmla="*/ 784225 h 866776"/>
                <a:gd name="connsiteX1" fmla="*/ 7461250 w 9144000"/>
                <a:gd name="connsiteY1" fmla="*/ 136525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6925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9525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9525 w 9144000"/>
                <a:gd name="connsiteY8" fmla="*/ 784225 h 866776"/>
                <a:gd name="connsiteX0" fmla="*/ 0 w 9148763"/>
                <a:gd name="connsiteY0" fmla="*/ 788987 h 866776"/>
                <a:gd name="connsiteX1" fmla="*/ 7383463 w 9148763"/>
                <a:gd name="connsiteY1" fmla="*/ 793750 h 866776"/>
                <a:gd name="connsiteX2" fmla="*/ 8977313 w 9148763"/>
                <a:gd name="connsiteY2" fmla="*/ 0 h 866776"/>
                <a:gd name="connsiteX3" fmla="*/ 9148763 w 9148763"/>
                <a:gd name="connsiteY3" fmla="*/ 3175 h 866776"/>
                <a:gd name="connsiteX4" fmla="*/ 9145588 w 9148763"/>
                <a:gd name="connsiteY4" fmla="*/ 323851 h 866776"/>
                <a:gd name="connsiteX5" fmla="*/ 8491538 w 9148763"/>
                <a:gd name="connsiteY5" fmla="*/ 679450 h 866776"/>
                <a:gd name="connsiteX6" fmla="*/ 7440613 w 9148763"/>
                <a:gd name="connsiteY6" fmla="*/ 866776 h 866776"/>
                <a:gd name="connsiteX7" fmla="*/ 4763 w 9148763"/>
                <a:gd name="connsiteY7" fmla="*/ 866775 h 866776"/>
                <a:gd name="connsiteX8" fmla="*/ 0 w 9148763"/>
                <a:gd name="connsiteY8" fmla="*/ 788987 h 866776"/>
                <a:gd name="connsiteX0" fmla="*/ 0 w 9145780"/>
                <a:gd name="connsiteY0" fmla="*/ 790575 h 868364"/>
                <a:gd name="connsiteX1" fmla="*/ 7383463 w 9145780"/>
                <a:gd name="connsiteY1" fmla="*/ 795338 h 868364"/>
                <a:gd name="connsiteX2" fmla="*/ 8977313 w 9145780"/>
                <a:gd name="connsiteY2" fmla="*/ 1588 h 868364"/>
                <a:gd name="connsiteX3" fmla="*/ 9144000 w 9145780"/>
                <a:gd name="connsiteY3" fmla="*/ 0 h 868364"/>
                <a:gd name="connsiteX4" fmla="*/ 9145588 w 9145780"/>
                <a:gd name="connsiteY4" fmla="*/ 325439 h 868364"/>
                <a:gd name="connsiteX5" fmla="*/ 8491538 w 9145780"/>
                <a:gd name="connsiteY5" fmla="*/ 681038 h 868364"/>
                <a:gd name="connsiteX6" fmla="*/ 7440613 w 9145780"/>
                <a:gd name="connsiteY6" fmla="*/ 868364 h 868364"/>
                <a:gd name="connsiteX7" fmla="*/ 4763 w 9145780"/>
                <a:gd name="connsiteY7" fmla="*/ 868363 h 868364"/>
                <a:gd name="connsiteX8" fmla="*/ 0 w 9145780"/>
                <a:gd name="connsiteY8" fmla="*/ 790575 h 868364"/>
                <a:gd name="connsiteX0" fmla="*/ 5020697 w 9141017"/>
                <a:gd name="connsiteY0" fmla="*/ 790575 h 868364"/>
                <a:gd name="connsiteX1" fmla="*/ 7378700 w 9141017"/>
                <a:gd name="connsiteY1" fmla="*/ 795338 h 868364"/>
                <a:gd name="connsiteX2" fmla="*/ 8972550 w 9141017"/>
                <a:gd name="connsiteY2" fmla="*/ 1588 h 868364"/>
                <a:gd name="connsiteX3" fmla="*/ 9139237 w 9141017"/>
                <a:gd name="connsiteY3" fmla="*/ 0 h 868364"/>
                <a:gd name="connsiteX4" fmla="*/ 9140825 w 9141017"/>
                <a:gd name="connsiteY4" fmla="*/ 325439 h 868364"/>
                <a:gd name="connsiteX5" fmla="*/ 8486775 w 9141017"/>
                <a:gd name="connsiteY5" fmla="*/ 681038 h 868364"/>
                <a:gd name="connsiteX6" fmla="*/ 7435850 w 9141017"/>
                <a:gd name="connsiteY6" fmla="*/ 868364 h 868364"/>
                <a:gd name="connsiteX7" fmla="*/ 0 w 9141017"/>
                <a:gd name="connsiteY7" fmla="*/ 868363 h 868364"/>
                <a:gd name="connsiteX8" fmla="*/ 5020697 w 9141017"/>
                <a:gd name="connsiteY8" fmla="*/ 790575 h 868364"/>
                <a:gd name="connsiteX0" fmla="*/ 12428 w 4132748"/>
                <a:gd name="connsiteY0" fmla="*/ 790575 h 868364"/>
                <a:gd name="connsiteX1" fmla="*/ 2370431 w 4132748"/>
                <a:gd name="connsiteY1" fmla="*/ 795338 h 868364"/>
                <a:gd name="connsiteX2" fmla="*/ 3964281 w 4132748"/>
                <a:gd name="connsiteY2" fmla="*/ 1588 h 868364"/>
                <a:gd name="connsiteX3" fmla="*/ 4130968 w 4132748"/>
                <a:gd name="connsiteY3" fmla="*/ 0 h 868364"/>
                <a:gd name="connsiteX4" fmla="*/ 4132556 w 4132748"/>
                <a:gd name="connsiteY4" fmla="*/ 325439 h 868364"/>
                <a:gd name="connsiteX5" fmla="*/ 3478506 w 4132748"/>
                <a:gd name="connsiteY5" fmla="*/ 681038 h 868364"/>
                <a:gd name="connsiteX6" fmla="*/ 2427581 w 4132748"/>
                <a:gd name="connsiteY6" fmla="*/ 868364 h 868364"/>
                <a:gd name="connsiteX7" fmla="*/ 0 w 4132748"/>
                <a:gd name="connsiteY7" fmla="*/ 862633 h 868364"/>
                <a:gd name="connsiteX8" fmla="*/ 12428 w 4132748"/>
                <a:gd name="connsiteY8" fmla="*/ 790575 h 868364"/>
                <a:gd name="connsiteX0" fmla="*/ 3833 w 4132748"/>
                <a:gd name="connsiteY0" fmla="*/ 783412 h 868364"/>
                <a:gd name="connsiteX1" fmla="*/ 2370431 w 4132748"/>
                <a:gd name="connsiteY1" fmla="*/ 795338 h 868364"/>
                <a:gd name="connsiteX2" fmla="*/ 3964281 w 4132748"/>
                <a:gd name="connsiteY2" fmla="*/ 1588 h 868364"/>
                <a:gd name="connsiteX3" fmla="*/ 4130968 w 4132748"/>
                <a:gd name="connsiteY3" fmla="*/ 0 h 868364"/>
                <a:gd name="connsiteX4" fmla="*/ 4132556 w 4132748"/>
                <a:gd name="connsiteY4" fmla="*/ 325439 h 868364"/>
                <a:gd name="connsiteX5" fmla="*/ 3478506 w 4132748"/>
                <a:gd name="connsiteY5" fmla="*/ 681038 h 868364"/>
                <a:gd name="connsiteX6" fmla="*/ 2427581 w 4132748"/>
                <a:gd name="connsiteY6" fmla="*/ 868364 h 868364"/>
                <a:gd name="connsiteX7" fmla="*/ 0 w 4132748"/>
                <a:gd name="connsiteY7" fmla="*/ 862633 h 868364"/>
                <a:gd name="connsiteX8" fmla="*/ 3833 w 4132748"/>
                <a:gd name="connsiteY8" fmla="*/ 783412 h 868364"/>
                <a:gd name="connsiteX0" fmla="*/ 3833 w 4132748"/>
                <a:gd name="connsiteY0" fmla="*/ 792007 h 868364"/>
                <a:gd name="connsiteX1" fmla="*/ 2370431 w 4132748"/>
                <a:gd name="connsiteY1" fmla="*/ 795338 h 868364"/>
                <a:gd name="connsiteX2" fmla="*/ 3964281 w 4132748"/>
                <a:gd name="connsiteY2" fmla="*/ 1588 h 868364"/>
                <a:gd name="connsiteX3" fmla="*/ 4130968 w 4132748"/>
                <a:gd name="connsiteY3" fmla="*/ 0 h 868364"/>
                <a:gd name="connsiteX4" fmla="*/ 4132556 w 4132748"/>
                <a:gd name="connsiteY4" fmla="*/ 325439 h 868364"/>
                <a:gd name="connsiteX5" fmla="*/ 3478506 w 4132748"/>
                <a:gd name="connsiteY5" fmla="*/ 681038 h 868364"/>
                <a:gd name="connsiteX6" fmla="*/ 2427581 w 4132748"/>
                <a:gd name="connsiteY6" fmla="*/ 868364 h 868364"/>
                <a:gd name="connsiteX7" fmla="*/ 0 w 4132748"/>
                <a:gd name="connsiteY7" fmla="*/ 862633 h 868364"/>
                <a:gd name="connsiteX8" fmla="*/ 3833 w 4132748"/>
                <a:gd name="connsiteY8" fmla="*/ 792007 h 868364"/>
                <a:gd name="connsiteX0" fmla="*/ 2400 w 4132748"/>
                <a:gd name="connsiteY0" fmla="*/ 797737 h 868364"/>
                <a:gd name="connsiteX1" fmla="*/ 2370431 w 4132748"/>
                <a:gd name="connsiteY1" fmla="*/ 795338 h 868364"/>
                <a:gd name="connsiteX2" fmla="*/ 3964281 w 4132748"/>
                <a:gd name="connsiteY2" fmla="*/ 1588 h 868364"/>
                <a:gd name="connsiteX3" fmla="*/ 4130968 w 4132748"/>
                <a:gd name="connsiteY3" fmla="*/ 0 h 868364"/>
                <a:gd name="connsiteX4" fmla="*/ 4132556 w 4132748"/>
                <a:gd name="connsiteY4" fmla="*/ 325439 h 868364"/>
                <a:gd name="connsiteX5" fmla="*/ 3478506 w 4132748"/>
                <a:gd name="connsiteY5" fmla="*/ 681038 h 868364"/>
                <a:gd name="connsiteX6" fmla="*/ 2427581 w 4132748"/>
                <a:gd name="connsiteY6" fmla="*/ 868364 h 868364"/>
                <a:gd name="connsiteX7" fmla="*/ 0 w 4132748"/>
                <a:gd name="connsiteY7" fmla="*/ 862633 h 868364"/>
                <a:gd name="connsiteX8" fmla="*/ 2400 w 4132748"/>
                <a:gd name="connsiteY8" fmla="*/ 797737 h 868364"/>
                <a:gd name="connsiteX0" fmla="*/ 2400 w 4132748"/>
                <a:gd name="connsiteY0" fmla="*/ 793439 h 868364"/>
                <a:gd name="connsiteX1" fmla="*/ 2370431 w 4132748"/>
                <a:gd name="connsiteY1" fmla="*/ 795338 h 868364"/>
                <a:gd name="connsiteX2" fmla="*/ 3964281 w 4132748"/>
                <a:gd name="connsiteY2" fmla="*/ 1588 h 868364"/>
                <a:gd name="connsiteX3" fmla="*/ 4130968 w 4132748"/>
                <a:gd name="connsiteY3" fmla="*/ 0 h 868364"/>
                <a:gd name="connsiteX4" fmla="*/ 4132556 w 4132748"/>
                <a:gd name="connsiteY4" fmla="*/ 325439 h 868364"/>
                <a:gd name="connsiteX5" fmla="*/ 3478506 w 4132748"/>
                <a:gd name="connsiteY5" fmla="*/ 681038 h 868364"/>
                <a:gd name="connsiteX6" fmla="*/ 2427581 w 4132748"/>
                <a:gd name="connsiteY6" fmla="*/ 868364 h 868364"/>
                <a:gd name="connsiteX7" fmla="*/ 0 w 4132748"/>
                <a:gd name="connsiteY7" fmla="*/ 862633 h 868364"/>
                <a:gd name="connsiteX8" fmla="*/ 2400 w 4132748"/>
                <a:gd name="connsiteY8" fmla="*/ 793439 h 868364"/>
                <a:gd name="connsiteX0" fmla="*/ 0 w 4130348"/>
                <a:gd name="connsiteY0" fmla="*/ 793439 h 868364"/>
                <a:gd name="connsiteX1" fmla="*/ 2368031 w 4130348"/>
                <a:gd name="connsiteY1" fmla="*/ 795338 h 868364"/>
                <a:gd name="connsiteX2" fmla="*/ 3961881 w 4130348"/>
                <a:gd name="connsiteY2" fmla="*/ 1588 h 868364"/>
                <a:gd name="connsiteX3" fmla="*/ 4128568 w 4130348"/>
                <a:gd name="connsiteY3" fmla="*/ 0 h 868364"/>
                <a:gd name="connsiteX4" fmla="*/ 4130156 w 4130348"/>
                <a:gd name="connsiteY4" fmla="*/ 325439 h 868364"/>
                <a:gd name="connsiteX5" fmla="*/ 3476106 w 4130348"/>
                <a:gd name="connsiteY5" fmla="*/ 681038 h 868364"/>
                <a:gd name="connsiteX6" fmla="*/ 2425181 w 4130348"/>
                <a:gd name="connsiteY6" fmla="*/ 868364 h 868364"/>
                <a:gd name="connsiteX7" fmla="*/ 1898 w 4130348"/>
                <a:gd name="connsiteY7" fmla="*/ 862633 h 868364"/>
                <a:gd name="connsiteX8" fmla="*/ 0 w 4130348"/>
                <a:gd name="connsiteY8" fmla="*/ 793439 h 868364"/>
                <a:gd name="connsiteX0" fmla="*/ 0 w 4130348"/>
                <a:gd name="connsiteY0" fmla="*/ 793439 h 868364"/>
                <a:gd name="connsiteX1" fmla="*/ 2368031 w 4130348"/>
                <a:gd name="connsiteY1" fmla="*/ 795338 h 868364"/>
                <a:gd name="connsiteX2" fmla="*/ 3961881 w 4130348"/>
                <a:gd name="connsiteY2" fmla="*/ 1588 h 868364"/>
                <a:gd name="connsiteX3" fmla="*/ 4128568 w 4130348"/>
                <a:gd name="connsiteY3" fmla="*/ 0 h 868364"/>
                <a:gd name="connsiteX4" fmla="*/ 4130156 w 4130348"/>
                <a:gd name="connsiteY4" fmla="*/ 325439 h 868364"/>
                <a:gd name="connsiteX5" fmla="*/ 3476106 w 4130348"/>
                <a:gd name="connsiteY5" fmla="*/ 681038 h 868364"/>
                <a:gd name="connsiteX6" fmla="*/ 2425181 w 4130348"/>
                <a:gd name="connsiteY6" fmla="*/ 868364 h 868364"/>
                <a:gd name="connsiteX7" fmla="*/ 1898 w 4130348"/>
                <a:gd name="connsiteY7" fmla="*/ 866931 h 868364"/>
                <a:gd name="connsiteX8" fmla="*/ 0 w 4130348"/>
                <a:gd name="connsiteY8" fmla="*/ 793439 h 868364"/>
                <a:gd name="connsiteX0" fmla="*/ 0 w 4131433"/>
                <a:gd name="connsiteY0" fmla="*/ 1021218 h 1096143"/>
                <a:gd name="connsiteX1" fmla="*/ 2368031 w 4131433"/>
                <a:gd name="connsiteY1" fmla="*/ 1023117 h 1096143"/>
                <a:gd name="connsiteX2" fmla="*/ 3961881 w 4131433"/>
                <a:gd name="connsiteY2" fmla="*/ 229367 h 1096143"/>
                <a:gd name="connsiteX3" fmla="*/ 4131433 w 4131433"/>
                <a:gd name="connsiteY3" fmla="*/ 0 h 1096143"/>
                <a:gd name="connsiteX4" fmla="*/ 4130156 w 4131433"/>
                <a:gd name="connsiteY4" fmla="*/ 553218 h 1096143"/>
                <a:gd name="connsiteX5" fmla="*/ 3476106 w 4131433"/>
                <a:gd name="connsiteY5" fmla="*/ 908817 h 1096143"/>
                <a:gd name="connsiteX6" fmla="*/ 2425181 w 4131433"/>
                <a:gd name="connsiteY6" fmla="*/ 1096143 h 1096143"/>
                <a:gd name="connsiteX7" fmla="*/ 1898 w 4131433"/>
                <a:gd name="connsiteY7" fmla="*/ 1094710 h 1096143"/>
                <a:gd name="connsiteX8" fmla="*/ 0 w 4131433"/>
                <a:gd name="connsiteY8" fmla="*/ 1021218 h 1096143"/>
                <a:gd name="connsiteX0" fmla="*/ 0 w 4131433"/>
                <a:gd name="connsiteY0" fmla="*/ 1021218 h 1096143"/>
                <a:gd name="connsiteX1" fmla="*/ 2368031 w 4131433"/>
                <a:gd name="connsiteY1" fmla="*/ 1023117 h 1096143"/>
                <a:gd name="connsiteX2" fmla="*/ 3508612 w 4131433"/>
                <a:gd name="connsiteY2" fmla="*/ 645878 h 1096143"/>
                <a:gd name="connsiteX3" fmla="*/ 3961881 w 4131433"/>
                <a:gd name="connsiteY3" fmla="*/ 229367 h 1096143"/>
                <a:gd name="connsiteX4" fmla="*/ 4131433 w 4131433"/>
                <a:gd name="connsiteY4" fmla="*/ 0 h 1096143"/>
                <a:gd name="connsiteX5" fmla="*/ 4130156 w 4131433"/>
                <a:gd name="connsiteY5" fmla="*/ 553218 h 1096143"/>
                <a:gd name="connsiteX6" fmla="*/ 3476106 w 4131433"/>
                <a:gd name="connsiteY6" fmla="*/ 908817 h 1096143"/>
                <a:gd name="connsiteX7" fmla="*/ 2425181 w 4131433"/>
                <a:gd name="connsiteY7" fmla="*/ 1096143 h 1096143"/>
                <a:gd name="connsiteX8" fmla="*/ 1898 w 4131433"/>
                <a:gd name="connsiteY8" fmla="*/ 1094710 h 1096143"/>
                <a:gd name="connsiteX9" fmla="*/ 0 w 4131433"/>
                <a:gd name="connsiteY9" fmla="*/ 1021218 h 1096143"/>
                <a:gd name="connsiteX0" fmla="*/ 0 w 4131433"/>
                <a:gd name="connsiteY0" fmla="*/ 1021218 h 1096143"/>
                <a:gd name="connsiteX1" fmla="*/ 2368031 w 4131433"/>
                <a:gd name="connsiteY1" fmla="*/ 1023117 h 1096143"/>
                <a:gd name="connsiteX2" fmla="*/ 3508612 w 4131433"/>
                <a:gd name="connsiteY2" fmla="*/ 645878 h 1096143"/>
                <a:gd name="connsiteX3" fmla="*/ 3961881 w 4131433"/>
                <a:gd name="connsiteY3" fmla="*/ 229367 h 1096143"/>
                <a:gd name="connsiteX4" fmla="*/ 4131433 w 4131433"/>
                <a:gd name="connsiteY4" fmla="*/ 0 h 1096143"/>
                <a:gd name="connsiteX5" fmla="*/ 4130156 w 4131433"/>
                <a:gd name="connsiteY5" fmla="*/ 553218 h 1096143"/>
                <a:gd name="connsiteX6" fmla="*/ 3476106 w 4131433"/>
                <a:gd name="connsiteY6" fmla="*/ 908817 h 1096143"/>
                <a:gd name="connsiteX7" fmla="*/ 2425181 w 4131433"/>
                <a:gd name="connsiteY7" fmla="*/ 1096143 h 1096143"/>
                <a:gd name="connsiteX8" fmla="*/ 1898 w 4131433"/>
                <a:gd name="connsiteY8" fmla="*/ 1094710 h 1096143"/>
                <a:gd name="connsiteX9" fmla="*/ 0 w 4131433"/>
                <a:gd name="connsiteY9" fmla="*/ 1021218 h 1096143"/>
                <a:gd name="connsiteX0" fmla="*/ 0 w 4131433"/>
                <a:gd name="connsiteY0" fmla="*/ 1021218 h 1096143"/>
                <a:gd name="connsiteX1" fmla="*/ 2368031 w 4131433"/>
                <a:gd name="connsiteY1" fmla="*/ 1023117 h 1096143"/>
                <a:gd name="connsiteX2" fmla="*/ 3508612 w 4131433"/>
                <a:gd name="connsiteY2" fmla="*/ 645878 h 1096143"/>
                <a:gd name="connsiteX3" fmla="*/ 3961881 w 4131433"/>
                <a:gd name="connsiteY3" fmla="*/ 229367 h 1096143"/>
                <a:gd name="connsiteX4" fmla="*/ 4131433 w 4131433"/>
                <a:gd name="connsiteY4" fmla="*/ 0 h 1096143"/>
                <a:gd name="connsiteX5" fmla="*/ 4130156 w 4131433"/>
                <a:gd name="connsiteY5" fmla="*/ 553218 h 1096143"/>
                <a:gd name="connsiteX6" fmla="*/ 3476106 w 4131433"/>
                <a:gd name="connsiteY6" fmla="*/ 908817 h 1096143"/>
                <a:gd name="connsiteX7" fmla="*/ 2425181 w 4131433"/>
                <a:gd name="connsiteY7" fmla="*/ 1096143 h 1096143"/>
                <a:gd name="connsiteX8" fmla="*/ 1898 w 4131433"/>
                <a:gd name="connsiteY8" fmla="*/ 1094710 h 1096143"/>
                <a:gd name="connsiteX9" fmla="*/ 0 w 4131433"/>
                <a:gd name="connsiteY9" fmla="*/ 1021218 h 1096143"/>
                <a:gd name="connsiteX0" fmla="*/ 0 w 4131433"/>
                <a:gd name="connsiteY0" fmla="*/ 1021218 h 1096143"/>
                <a:gd name="connsiteX1" fmla="*/ 2368031 w 4131433"/>
                <a:gd name="connsiteY1" fmla="*/ 1023117 h 1096143"/>
                <a:gd name="connsiteX2" fmla="*/ 3508612 w 4131433"/>
                <a:gd name="connsiteY2" fmla="*/ 645878 h 1096143"/>
                <a:gd name="connsiteX3" fmla="*/ 3967611 w 4131433"/>
                <a:gd name="connsiteY3" fmla="*/ 226502 h 1096143"/>
                <a:gd name="connsiteX4" fmla="*/ 4131433 w 4131433"/>
                <a:gd name="connsiteY4" fmla="*/ 0 h 1096143"/>
                <a:gd name="connsiteX5" fmla="*/ 4130156 w 4131433"/>
                <a:gd name="connsiteY5" fmla="*/ 553218 h 1096143"/>
                <a:gd name="connsiteX6" fmla="*/ 3476106 w 4131433"/>
                <a:gd name="connsiteY6" fmla="*/ 908817 h 1096143"/>
                <a:gd name="connsiteX7" fmla="*/ 2425181 w 4131433"/>
                <a:gd name="connsiteY7" fmla="*/ 1096143 h 1096143"/>
                <a:gd name="connsiteX8" fmla="*/ 1898 w 4131433"/>
                <a:gd name="connsiteY8" fmla="*/ 1094710 h 1096143"/>
                <a:gd name="connsiteX9" fmla="*/ 0 w 4131433"/>
                <a:gd name="connsiteY9" fmla="*/ 1021218 h 1096143"/>
                <a:gd name="connsiteX0" fmla="*/ 0 w 4131433"/>
                <a:gd name="connsiteY0" fmla="*/ 1021218 h 1096143"/>
                <a:gd name="connsiteX1" fmla="*/ 2368031 w 4131433"/>
                <a:gd name="connsiteY1" fmla="*/ 1023117 h 1096143"/>
                <a:gd name="connsiteX2" fmla="*/ 3474230 w 4131433"/>
                <a:gd name="connsiteY2" fmla="*/ 651608 h 1096143"/>
                <a:gd name="connsiteX3" fmla="*/ 3967611 w 4131433"/>
                <a:gd name="connsiteY3" fmla="*/ 226502 h 1096143"/>
                <a:gd name="connsiteX4" fmla="*/ 4131433 w 4131433"/>
                <a:gd name="connsiteY4" fmla="*/ 0 h 1096143"/>
                <a:gd name="connsiteX5" fmla="*/ 4130156 w 4131433"/>
                <a:gd name="connsiteY5" fmla="*/ 553218 h 1096143"/>
                <a:gd name="connsiteX6" fmla="*/ 3476106 w 4131433"/>
                <a:gd name="connsiteY6" fmla="*/ 908817 h 1096143"/>
                <a:gd name="connsiteX7" fmla="*/ 2425181 w 4131433"/>
                <a:gd name="connsiteY7" fmla="*/ 1096143 h 1096143"/>
                <a:gd name="connsiteX8" fmla="*/ 1898 w 4131433"/>
                <a:gd name="connsiteY8" fmla="*/ 1094710 h 1096143"/>
                <a:gd name="connsiteX9" fmla="*/ 0 w 4131433"/>
                <a:gd name="connsiteY9" fmla="*/ 1021218 h 1096143"/>
                <a:gd name="connsiteX0" fmla="*/ 0 w 4131433"/>
                <a:gd name="connsiteY0" fmla="*/ 1021218 h 1096143"/>
                <a:gd name="connsiteX1" fmla="*/ 2368031 w 4131433"/>
                <a:gd name="connsiteY1" fmla="*/ 1023117 h 1096143"/>
                <a:gd name="connsiteX2" fmla="*/ 3474230 w 4131433"/>
                <a:gd name="connsiteY2" fmla="*/ 651608 h 1096143"/>
                <a:gd name="connsiteX3" fmla="*/ 3967611 w 4131433"/>
                <a:gd name="connsiteY3" fmla="*/ 226502 h 1096143"/>
                <a:gd name="connsiteX4" fmla="*/ 4131433 w 4131433"/>
                <a:gd name="connsiteY4" fmla="*/ 0 h 1096143"/>
                <a:gd name="connsiteX5" fmla="*/ 4130156 w 4131433"/>
                <a:gd name="connsiteY5" fmla="*/ 553218 h 1096143"/>
                <a:gd name="connsiteX6" fmla="*/ 3476106 w 4131433"/>
                <a:gd name="connsiteY6" fmla="*/ 908817 h 1096143"/>
                <a:gd name="connsiteX7" fmla="*/ 2425181 w 4131433"/>
                <a:gd name="connsiteY7" fmla="*/ 1096143 h 1096143"/>
                <a:gd name="connsiteX8" fmla="*/ 1898 w 4131433"/>
                <a:gd name="connsiteY8" fmla="*/ 1094710 h 1096143"/>
                <a:gd name="connsiteX9" fmla="*/ 0 w 4131433"/>
                <a:gd name="connsiteY9" fmla="*/ 1021218 h 1096143"/>
                <a:gd name="connsiteX0" fmla="*/ 0 w 4131433"/>
                <a:gd name="connsiteY0" fmla="*/ 1021218 h 1096143"/>
                <a:gd name="connsiteX1" fmla="*/ 2368031 w 4131433"/>
                <a:gd name="connsiteY1" fmla="*/ 1023117 h 1096143"/>
                <a:gd name="connsiteX2" fmla="*/ 3474230 w 4131433"/>
                <a:gd name="connsiteY2" fmla="*/ 651608 h 1096143"/>
                <a:gd name="connsiteX3" fmla="*/ 3967611 w 4131433"/>
                <a:gd name="connsiteY3" fmla="*/ 226502 h 1096143"/>
                <a:gd name="connsiteX4" fmla="*/ 4131433 w 4131433"/>
                <a:gd name="connsiteY4" fmla="*/ 0 h 1096143"/>
                <a:gd name="connsiteX5" fmla="*/ 4130156 w 4131433"/>
                <a:gd name="connsiteY5" fmla="*/ 553218 h 1096143"/>
                <a:gd name="connsiteX6" fmla="*/ 3476106 w 4131433"/>
                <a:gd name="connsiteY6" fmla="*/ 908817 h 1096143"/>
                <a:gd name="connsiteX7" fmla="*/ 2425181 w 4131433"/>
                <a:gd name="connsiteY7" fmla="*/ 1096143 h 1096143"/>
                <a:gd name="connsiteX8" fmla="*/ 1898 w 4131433"/>
                <a:gd name="connsiteY8" fmla="*/ 1094710 h 1096143"/>
                <a:gd name="connsiteX9" fmla="*/ 0 w 4131433"/>
                <a:gd name="connsiteY9" fmla="*/ 1021218 h 1096143"/>
                <a:gd name="connsiteX0" fmla="*/ 0 w 4131433"/>
                <a:gd name="connsiteY0" fmla="*/ 1021218 h 1096143"/>
                <a:gd name="connsiteX1" fmla="*/ 2368031 w 4131433"/>
                <a:gd name="connsiteY1" fmla="*/ 1023117 h 1096143"/>
                <a:gd name="connsiteX2" fmla="*/ 3474230 w 4131433"/>
                <a:gd name="connsiteY2" fmla="*/ 651608 h 1096143"/>
                <a:gd name="connsiteX3" fmla="*/ 3967611 w 4131433"/>
                <a:gd name="connsiteY3" fmla="*/ 226502 h 1096143"/>
                <a:gd name="connsiteX4" fmla="*/ 4131433 w 4131433"/>
                <a:gd name="connsiteY4" fmla="*/ 0 h 1096143"/>
                <a:gd name="connsiteX5" fmla="*/ 4130156 w 4131433"/>
                <a:gd name="connsiteY5" fmla="*/ 553218 h 1096143"/>
                <a:gd name="connsiteX6" fmla="*/ 3476106 w 4131433"/>
                <a:gd name="connsiteY6" fmla="*/ 908817 h 1096143"/>
                <a:gd name="connsiteX7" fmla="*/ 2425181 w 4131433"/>
                <a:gd name="connsiteY7" fmla="*/ 1096143 h 1096143"/>
                <a:gd name="connsiteX8" fmla="*/ 1898 w 4131433"/>
                <a:gd name="connsiteY8" fmla="*/ 1094710 h 1096143"/>
                <a:gd name="connsiteX9" fmla="*/ 0 w 4131433"/>
                <a:gd name="connsiteY9" fmla="*/ 1021218 h 1096143"/>
                <a:gd name="connsiteX0" fmla="*/ 0 w 4131433"/>
                <a:gd name="connsiteY0" fmla="*/ 1021218 h 1096143"/>
                <a:gd name="connsiteX1" fmla="*/ 2368031 w 4131433"/>
                <a:gd name="connsiteY1" fmla="*/ 1023117 h 1096143"/>
                <a:gd name="connsiteX2" fmla="*/ 3474230 w 4131433"/>
                <a:gd name="connsiteY2" fmla="*/ 651608 h 1096143"/>
                <a:gd name="connsiteX3" fmla="*/ 3967611 w 4131433"/>
                <a:gd name="connsiteY3" fmla="*/ 226502 h 1096143"/>
                <a:gd name="connsiteX4" fmla="*/ 4131433 w 4131433"/>
                <a:gd name="connsiteY4" fmla="*/ 0 h 1096143"/>
                <a:gd name="connsiteX5" fmla="*/ 4130156 w 4131433"/>
                <a:gd name="connsiteY5" fmla="*/ 553218 h 1096143"/>
                <a:gd name="connsiteX6" fmla="*/ 3476106 w 4131433"/>
                <a:gd name="connsiteY6" fmla="*/ 908817 h 1096143"/>
                <a:gd name="connsiteX7" fmla="*/ 2425181 w 4131433"/>
                <a:gd name="connsiteY7" fmla="*/ 1096143 h 1096143"/>
                <a:gd name="connsiteX8" fmla="*/ 1898 w 4131433"/>
                <a:gd name="connsiteY8" fmla="*/ 1094710 h 1096143"/>
                <a:gd name="connsiteX9" fmla="*/ 0 w 4131433"/>
                <a:gd name="connsiteY9" fmla="*/ 1021218 h 1096143"/>
                <a:gd name="connsiteX0" fmla="*/ 0 w 4131433"/>
                <a:gd name="connsiteY0" fmla="*/ 1021218 h 1096143"/>
                <a:gd name="connsiteX1" fmla="*/ 2368031 w 4131433"/>
                <a:gd name="connsiteY1" fmla="*/ 1023117 h 1096143"/>
                <a:gd name="connsiteX2" fmla="*/ 3474230 w 4131433"/>
                <a:gd name="connsiteY2" fmla="*/ 651608 h 1096143"/>
                <a:gd name="connsiteX3" fmla="*/ 3967611 w 4131433"/>
                <a:gd name="connsiteY3" fmla="*/ 226502 h 1096143"/>
                <a:gd name="connsiteX4" fmla="*/ 4131433 w 4131433"/>
                <a:gd name="connsiteY4" fmla="*/ 0 h 1096143"/>
                <a:gd name="connsiteX5" fmla="*/ 4130156 w 4131433"/>
                <a:gd name="connsiteY5" fmla="*/ 553218 h 1096143"/>
                <a:gd name="connsiteX6" fmla="*/ 3476106 w 4131433"/>
                <a:gd name="connsiteY6" fmla="*/ 908817 h 1096143"/>
                <a:gd name="connsiteX7" fmla="*/ 2425181 w 4131433"/>
                <a:gd name="connsiteY7" fmla="*/ 1096143 h 1096143"/>
                <a:gd name="connsiteX8" fmla="*/ 1898 w 4131433"/>
                <a:gd name="connsiteY8" fmla="*/ 1094710 h 1096143"/>
                <a:gd name="connsiteX9" fmla="*/ 0 w 4131433"/>
                <a:gd name="connsiteY9" fmla="*/ 1021218 h 1096143"/>
                <a:gd name="connsiteX0" fmla="*/ 0 w 4131433"/>
                <a:gd name="connsiteY0" fmla="*/ 1021218 h 1096143"/>
                <a:gd name="connsiteX1" fmla="*/ 2368031 w 4131433"/>
                <a:gd name="connsiteY1" fmla="*/ 1023117 h 1096143"/>
                <a:gd name="connsiteX2" fmla="*/ 3474230 w 4131433"/>
                <a:gd name="connsiteY2" fmla="*/ 651608 h 1096143"/>
                <a:gd name="connsiteX3" fmla="*/ 3967611 w 4131433"/>
                <a:gd name="connsiteY3" fmla="*/ 226502 h 1096143"/>
                <a:gd name="connsiteX4" fmla="*/ 4131433 w 4131433"/>
                <a:gd name="connsiteY4" fmla="*/ 0 h 1096143"/>
                <a:gd name="connsiteX5" fmla="*/ 4130156 w 4131433"/>
                <a:gd name="connsiteY5" fmla="*/ 553218 h 1096143"/>
                <a:gd name="connsiteX6" fmla="*/ 3476106 w 4131433"/>
                <a:gd name="connsiteY6" fmla="*/ 908817 h 1096143"/>
                <a:gd name="connsiteX7" fmla="*/ 2425181 w 4131433"/>
                <a:gd name="connsiteY7" fmla="*/ 1096143 h 1096143"/>
                <a:gd name="connsiteX8" fmla="*/ 1898 w 4131433"/>
                <a:gd name="connsiteY8" fmla="*/ 1094710 h 1096143"/>
                <a:gd name="connsiteX9" fmla="*/ 0 w 4131433"/>
                <a:gd name="connsiteY9" fmla="*/ 1021218 h 1096143"/>
                <a:gd name="connsiteX0" fmla="*/ 0 w 4131433"/>
                <a:gd name="connsiteY0" fmla="*/ 1021218 h 1096143"/>
                <a:gd name="connsiteX1" fmla="*/ 2368031 w 4131433"/>
                <a:gd name="connsiteY1" fmla="*/ 1023117 h 1096143"/>
                <a:gd name="connsiteX2" fmla="*/ 3474230 w 4131433"/>
                <a:gd name="connsiteY2" fmla="*/ 651608 h 1096143"/>
                <a:gd name="connsiteX3" fmla="*/ 3967611 w 4131433"/>
                <a:gd name="connsiteY3" fmla="*/ 226502 h 1096143"/>
                <a:gd name="connsiteX4" fmla="*/ 4131433 w 4131433"/>
                <a:gd name="connsiteY4" fmla="*/ 0 h 1096143"/>
                <a:gd name="connsiteX5" fmla="*/ 4130156 w 4131433"/>
                <a:gd name="connsiteY5" fmla="*/ 553218 h 1096143"/>
                <a:gd name="connsiteX6" fmla="*/ 3476106 w 4131433"/>
                <a:gd name="connsiteY6" fmla="*/ 908817 h 1096143"/>
                <a:gd name="connsiteX7" fmla="*/ 2425181 w 4131433"/>
                <a:gd name="connsiteY7" fmla="*/ 1096143 h 1096143"/>
                <a:gd name="connsiteX8" fmla="*/ 1898 w 4131433"/>
                <a:gd name="connsiteY8" fmla="*/ 1094710 h 1096143"/>
                <a:gd name="connsiteX9" fmla="*/ 0 w 4131433"/>
                <a:gd name="connsiteY9" fmla="*/ 1021218 h 1096143"/>
                <a:gd name="connsiteX0" fmla="*/ 0 w 4131433"/>
                <a:gd name="connsiteY0" fmla="*/ 1021218 h 1096143"/>
                <a:gd name="connsiteX1" fmla="*/ 2368031 w 4131433"/>
                <a:gd name="connsiteY1" fmla="*/ 1023117 h 1096143"/>
                <a:gd name="connsiteX2" fmla="*/ 3348164 w 4131433"/>
                <a:gd name="connsiteY2" fmla="*/ 728967 h 1096143"/>
                <a:gd name="connsiteX3" fmla="*/ 3967611 w 4131433"/>
                <a:gd name="connsiteY3" fmla="*/ 226502 h 1096143"/>
                <a:gd name="connsiteX4" fmla="*/ 4131433 w 4131433"/>
                <a:gd name="connsiteY4" fmla="*/ 0 h 1096143"/>
                <a:gd name="connsiteX5" fmla="*/ 4130156 w 4131433"/>
                <a:gd name="connsiteY5" fmla="*/ 553218 h 1096143"/>
                <a:gd name="connsiteX6" fmla="*/ 3476106 w 4131433"/>
                <a:gd name="connsiteY6" fmla="*/ 908817 h 1096143"/>
                <a:gd name="connsiteX7" fmla="*/ 2425181 w 4131433"/>
                <a:gd name="connsiteY7" fmla="*/ 1096143 h 1096143"/>
                <a:gd name="connsiteX8" fmla="*/ 1898 w 4131433"/>
                <a:gd name="connsiteY8" fmla="*/ 1094710 h 1096143"/>
                <a:gd name="connsiteX9" fmla="*/ 0 w 4131433"/>
                <a:gd name="connsiteY9" fmla="*/ 1021218 h 1096143"/>
                <a:gd name="connsiteX0" fmla="*/ 0 w 4131433"/>
                <a:gd name="connsiteY0" fmla="*/ 1021218 h 1096143"/>
                <a:gd name="connsiteX1" fmla="*/ 2368031 w 4131433"/>
                <a:gd name="connsiteY1" fmla="*/ 1023117 h 1096143"/>
                <a:gd name="connsiteX2" fmla="*/ 3348164 w 4131433"/>
                <a:gd name="connsiteY2" fmla="*/ 728967 h 1096143"/>
                <a:gd name="connsiteX3" fmla="*/ 3967611 w 4131433"/>
                <a:gd name="connsiteY3" fmla="*/ 226502 h 1096143"/>
                <a:gd name="connsiteX4" fmla="*/ 4131433 w 4131433"/>
                <a:gd name="connsiteY4" fmla="*/ 0 h 1096143"/>
                <a:gd name="connsiteX5" fmla="*/ 4130156 w 4131433"/>
                <a:gd name="connsiteY5" fmla="*/ 553218 h 1096143"/>
                <a:gd name="connsiteX6" fmla="*/ 3476106 w 4131433"/>
                <a:gd name="connsiteY6" fmla="*/ 908817 h 1096143"/>
                <a:gd name="connsiteX7" fmla="*/ 2425181 w 4131433"/>
                <a:gd name="connsiteY7" fmla="*/ 1096143 h 1096143"/>
                <a:gd name="connsiteX8" fmla="*/ 1898 w 4131433"/>
                <a:gd name="connsiteY8" fmla="*/ 1094710 h 1096143"/>
                <a:gd name="connsiteX9" fmla="*/ 0 w 4131433"/>
                <a:gd name="connsiteY9" fmla="*/ 1021218 h 1096143"/>
                <a:gd name="connsiteX0" fmla="*/ 0 w 4131433"/>
                <a:gd name="connsiteY0" fmla="*/ 1021218 h 1096143"/>
                <a:gd name="connsiteX1" fmla="*/ 2322189 w 4131433"/>
                <a:gd name="connsiteY1" fmla="*/ 1020252 h 1096143"/>
                <a:gd name="connsiteX2" fmla="*/ 3348164 w 4131433"/>
                <a:gd name="connsiteY2" fmla="*/ 728967 h 1096143"/>
                <a:gd name="connsiteX3" fmla="*/ 3967611 w 4131433"/>
                <a:gd name="connsiteY3" fmla="*/ 226502 h 1096143"/>
                <a:gd name="connsiteX4" fmla="*/ 4131433 w 4131433"/>
                <a:gd name="connsiteY4" fmla="*/ 0 h 1096143"/>
                <a:gd name="connsiteX5" fmla="*/ 4130156 w 4131433"/>
                <a:gd name="connsiteY5" fmla="*/ 553218 h 1096143"/>
                <a:gd name="connsiteX6" fmla="*/ 3476106 w 4131433"/>
                <a:gd name="connsiteY6" fmla="*/ 908817 h 1096143"/>
                <a:gd name="connsiteX7" fmla="*/ 2425181 w 4131433"/>
                <a:gd name="connsiteY7" fmla="*/ 1096143 h 1096143"/>
                <a:gd name="connsiteX8" fmla="*/ 1898 w 4131433"/>
                <a:gd name="connsiteY8" fmla="*/ 1094710 h 1096143"/>
                <a:gd name="connsiteX9" fmla="*/ 0 w 4131433"/>
                <a:gd name="connsiteY9" fmla="*/ 1021218 h 1096143"/>
                <a:gd name="connsiteX0" fmla="*/ 0 w 4131433"/>
                <a:gd name="connsiteY0" fmla="*/ 1021218 h 1096143"/>
                <a:gd name="connsiteX1" fmla="*/ 2322189 w 4131433"/>
                <a:gd name="connsiteY1" fmla="*/ 1020252 h 1096143"/>
                <a:gd name="connsiteX2" fmla="*/ 3348164 w 4131433"/>
                <a:gd name="connsiteY2" fmla="*/ 728967 h 1096143"/>
                <a:gd name="connsiteX3" fmla="*/ 3967611 w 4131433"/>
                <a:gd name="connsiteY3" fmla="*/ 226502 h 1096143"/>
                <a:gd name="connsiteX4" fmla="*/ 4131433 w 4131433"/>
                <a:gd name="connsiteY4" fmla="*/ 0 h 1096143"/>
                <a:gd name="connsiteX5" fmla="*/ 4130156 w 4131433"/>
                <a:gd name="connsiteY5" fmla="*/ 553218 h 1096143"/>
                <a:gd name="connsiteX6" fmla="*/ 3476106 w 4131433"/>
                <a:gd name="connsiteY6" fmla="*/ 908817 h 1096143"/>
                <a:gd name="connsiteX7" fmla="*/ 2425181 w 4131433"/>
                <a:gd name="connsiteY7" fmla="*/ 1096143 h 1096143"/>
                <a:gd name="connsiteX8" fmla="*/ 1898 w 4131433"/>
                <a:gd name="connsiteY8" fmla="*/ 1094710 h 1096143"/>
                <a:gd name="connsiteX9" fmla="*/ 0 w 4131433"/>
                <a:gd name="connsiteY9" fmla="*/ 1021218 h 1096143"/>
                <a:gd name="connsiteX0" fmla="*/ 0 w 4131433"/>
                <a:gd name="connsiteY0" fmla="*/ 1021218 h 1096143"/>
                <a:gd name="connsiteX1" fmla="*/ 2322189 w 4131433"/>
                <a:gd name="connsiteY1" fmla="*/ 1020252 h 1096143"/>
                <a:gd name="connsiteX2" fmla="*/ 3348164 w 4131433"/>
                <a:gd name="connsiteY2" fmla="*/ 728967 h 1096143"/>
                <a:gd name="connsiteX3" fmla="*/ 3967611 w 4131433"/>
                <a:gd name="connsiteY3" fmla="*/ 226502 h 1096143"/>
                <a:gd name="connsiteX4" fmla="*/ 4131433 w 4131433"/>
                <a:gd name="connsiteY4" fmla="*/ 0 h 1096143"/>
                <a:gd name="connsiteX5" fmla="*/ 4130156 w 4131433"/>
                <a:gd name="connsiteY5" fmla="*/ 553218 h 1096143"/>
                <a:gd name="connsiteX6" fmla="*/ 3476106 w 4131433"/>
                <a:gd name="connsiteY6" fmla="*/ 908817 h 1096143"/>
                <a:gd name="connsiteX7" fmla="*/ 2425181 w 4131433"/>
                <a:gd name="connsiteY7" fmla="*/ 1096143 h 1096143"/>
                <a:gd name="connsiteX8" fmla="*/ 1898 w 4131433"/>
                <a:gd name="connsiteY8" fmla="*/ 1094710 h 1096143"/>
                <a:gd name="connsiteX9" fmla="*/ 0 w 4131433"/>
                <a:gd name="connsiteY9" fmla="*/ 1021218 h 1096143"/>
                <a:gd name="connsiteX0" fmla="*/ 0 w 4131433"/>
                <a:gd name="connsiteY0" fmla="*/ 1021218 h 1096143"/>
                <a:gd name="connsiteX1" fmla="*/ 2322189 w 4131433"/>
                <a:gd name="connsiteY1" fmla="*/ 1020252 h 1096143"/>
                <a:gd name="connsiteX2" fmla="*/ 3348164 w 4131433"/>
                <a:gd name="connsiteY2" fmla="*/ 728967 h 1096143"/>
                <a:gd name="connsiteX3" fmla="*/ 3967611 w 4131433"/>
                <a:gd name="connsiteY3" fmla="*/ 226502 h 1096143"/>
                <a:gd name="connsiteX4" fmla="*/ 4131433 w 4131433"/>
                <a:gd name="connsiteY4" fmla="*/ 0 h 1096143"/>
                <a:gd name="connsiteX5" fmla="*/ 4130156 w 4131433"/>
                <a:gd name="connsiteY5" fmla="*/ 553218 h 1096143"/>
                <a:gd name="connsiteX6" fmla="*/ 3476106 w 4131433"/>
                <a:gd name="connsiteY6" fmla="*/ 908817 h 1096143"/>
                <a:gd name="connsiteX7" fmla="*/ 2425181 w 4131433"/>
                <a:gd name="connsiteY7" fmla="*/ 1096143 h 1096143"/>
                <a:gd name="connsiteX8" fmla="*/ 1898 w 4131433"/>
                <a:gd name="connsiteY8" fmla="*/ 1094710 h 1096143"/>
                <a:gd name="connsiteX9" fmla="*/ 0 w 4131433"/>
                <a:gd name="connsiteY9" fmla="*/ 1021218 h 1096143"/>
                <a:gd name="connsiteX0" fmla="*/ 0 w 4131433"/>
                <a:gd name="connsiteY0" fmla="*/ 1021218 h 1096143"/>
                <a:gd name="connsiteX1" fmla="*/ 2322189 w 4131433"/>
                <a:gd name="connsiteY1" fmla="*/ 1020252 h 1096143"/>
                <a:gd name="connsiteX2" fmla="*/ 3348164 w 4131433"/>
                <a:gd name="connsiteY2" fmla="*/ 728967 h 1096143"/>
                <a:gd name="connsiteX3" fmla="*/ 3887387 w 4131433"/>
                <a:gd name="connsiteY3" fmla="*/ 318186 h 1096143"/>
                <a:gd name="connsiteX4" fmla="*/ 4131433 w 4131433"/>
                <a:gd name="connsiteY4" fmla="*/ 0 h 1096143"/>
                <a:gd name="connsiteX5" fmla="*/ 4130156 w 4131433"/>
                <a:gd name="connsiteY5" fmla="*/ 553218 h 1096143"/>
                <a:gd name="connsiteX6" fmla="*/ 3476106 w 4131433"/>
                <a:gd name="connsiteY6" fmla="*/ 908817 h 1096143"/>
                <a:gd name="connsiteX7" fmla="*/ 2425181 w 4131433"/>
                <a:gd name="connsiteY7" fmla="*/ 1096143 h 1096143"/>
                <a:gd name="connsiteX8" fmla="*/ 1898 w 4131433"/>
                <a:gd name="connsiteY8" fmla="*/ 1094710 h 1096143"/>
                <a:gd name="connsiteX9" fmla="*/ 0 w 4131433"/>
                <a:gd name="connsiteY9" fmla="*/ 1021218 h 1096143"/>
                <a:gd name="connsiteX0" fmla="*/ 0 w 4131433"/>
                <a:gd name="connsiteY0" fmla="*/ 1021218 h 1096143"/>
                <a:gd name="connsiteX1" fmla="*/ 2322189 w 4131433"/>
                <a:gd name="connsiteY1" fmla="*/ 1020252 h 1096143"/>
                <a:gd name="connsiteX2" fmla="*/ 3348164 w 4131433"/>
                <a:gd name="connsiteY2" fmla="*/ 728967 h 1096143"/>
                <a:gd name="connsiteX3" fmla="*/ 4131433 w 4131433"/>
                <a:gd name="connsiteY3" fmla="*/ 0 h 1096143"/>
                <a:gd name="connsiteX4" fmla="*/ 4130156 w 4131433"/>
                <a:gd name="connsiteY4" fmla="*/ 553218 h 1096143"/>
                <a:gd name="connsiteX5" fmla="*/ 3476106 w 4131433"/>
                <a:gd name="connsiteY5" fmla="*/ 908817 h 1096143"/>
                <a:gd name="connsiteX6" fmla="*/ 2425181 w 4131433"/>
                <a:gd name="connsiteY6" fmla="*/ 1096143 h 1096143"/>
                <a:gd name="connsiteX7" fmla="*/ 1898 w 4131433"/>
                <a:gd name="connsiteY7" fmla="*/ 1094710 h 1096143"/>
                <a:gd name="connsiteX8" fmla="*/ 0 w 4131433"/>
                <a:gd name="connsiteY8" fmla="*/ 1021218 h 1096143"/>
                <a:gd name="connsiteX0" fmla="*/ 0 w 4131433"/>
                <a:gd name="connsiteY0" fmla="*/ 1021218 h 1096143"/>
                <a:gd name="connsiteX1" fmla="*/ 2322189 w 4131433"/>
                <a:gd name="connsiteY1" fmla="*/ 1020252 h 1096143"/>
                <a:gd name="connsiteX2" fmla="*/ 3348164 w 4131433"/>
                <a:gd name="connsiteY2" fmla="*/ 728967 h 1096143"/>
                <a:gd name="connsiteX3" fmla="*/ 4131433 w 4131433"/>
                <a:gd name="connsiteY3" fmla="*/ 0 h 1096143"/>
                <a:gd name="connsiteX4" fmla="*/ 4130156 w 4131433"/>
                <a:gd name="connsiteY4" fmla="*/ 553218 h 1096143"/>
                <a:gd name="connsiteX5" fmla="*/ 3476106 w 4131433"/>
                <a:gd name="connsiteY5" fmla="*/ 908817 h 1096143"/>
                <a:gd name="connsiteX6" fmla="*/ 2425181 w 4131433"/>
                <a:gd name="connsiteY6" fmla="*/ 1096143 h 1096143"/>
                <a:gd name="connsiteX7" fmla="*/ 1898 w 4131433"/>
                <a:gd name="connsiteY7" fmla="*/ 1094710 h 1096143"/>
                <a:gd name="connsiteX8" fmla="*/ 0 w 4131433"/>
                <a:gd name="connsiteY8" fmla="*/ 1021218 h 1096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31433" h="1096143">
                  <a:moveTo>
                    <a:pt x="0" y="1021218"/>
                  </a:moveTo>
                  <a:lnTo>
                    <a:pt x="2322189" y="1020252"/>
                  </a:lnTo>
                  <a:cubicBezTo>
                    <a:pt x="2502973" y="1017863"/>
                    <a:pt x="2941414" y="963689"/>
                    <a:pt x="3348164" y="728967"/>
                  </a:cubicBezTo>
                  <a:cubicBezTo>
                    <a:pt x="3649705" y="558925"/>
                    <a:pt x="3943798" y="301480"/>
                    <a:pt x="4131433" y="0"/>
                  </a:cubicBezTo>
                  <a:cubicBezTo>
                    <a:pt x="4130375" y="106892"/>
                    <a:pt x="4131214" y="446326"/>
                    <a:pt x="4130156" y="553218"/>
                  </a:cubicBezTo>
                  <a:cubicBezTo>
                    <a:pt x="3972464" y="683393"/>
                    <a:pt x="3827473" y="762767"/>
                    <a:pt x="3476106" y="908817"/>
                  </a:cubicBezTo>
                  <a:cubicBezTo>
                    <a:pt x="3166014" y="1008301"/>
                    <a:pt x="2998798" y="1076034"/>
                    <a:pt x="2425181" y="1096143"/>
                  </a:cubicBezTo>
                  <a:lnTo>
                    <a:pt x="1898" y="1094710"/>
                  </a:lnTo>
                  <a:cubicBezTo>
                    <a:pt x="1265" y="1071645"/>
                    <a:pt x="633" y="1044283"/>
                    <a:pt x="0" y="1021218"/>
                  </a:cubicBezTo>
                  <a:close/>
                </a:path>
              </a:pathLst>
            </a:custGeom>
            <a:solidFill>
              <a:srgbClr val="034EA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10" name="직사각형 2"/>
            <p:cNvSpPr/>
            <p:nvPr userDrawn="1"/>
          </p:nvSpPr>
          <p:spPr>
            <a:xfrm>
              <a:off x="7385050" y="7965504"/>
              <a:ext cx="1758950" cy="553169"/>
            </a:xfrm>
            <a:custGeom>
              <a:avLst/>
              <a:gdLst>
                <a:gd name="connsiteX0" fmla="*/ 0 w 1758950"/>
                <a:gd name="connsiteY0" fmla="*/ 0 h 534119"/>
                <a:gd name="connsiteX1" fmla="*/ 1758950 w 1758950"/>
                <a:gd name="connsiteY1" fmla="*/ 0 h 534119"/>
                <a:gd name="connsiteX2" fmla="*/ 1758950 w 1758950"/>
                <a:gd name="connsiteY2" fmla="*/ 534119 h 534119"/>
                <a:gd name="connsiteX3" fmla="*/ 0 w 1758950"/>
                <a:gd name="connsiteY3" fmla="*/ 534119 h 534119"/>
                <a:gd name="connsiteX4" fmla="*/ 0 w 1758950"/>
                <a:gd name="connsiteY4" fmla="*/ 0 h 534119"/>
                <a:gd name="connsiteX0" fmla="*/ 0 w 1758950"/>
                <a:gd name="connsiteY0" fmla="*/ 0 h 534119"/>
                <a:gd name="connsiteX1" fmla="*/ 1758950 w 1758950"/>
                <a:gd name="connsiteY1" fmla="*/ 0 h 534119"/>
                <a:gd name="connsiteX2" fmla="*/ 1758950 w 1758950"/>
                <a:gd name="connsiteY2" fmla="*/ 5341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0 w 1758950"/>
                <a:gd name="connsiteY5" fmla="*/ 0 h 534119"/>
                <a:gd name="connsiteX0" fmla="*/ 0 w 1758950"/>
                <a:gd name="connsiteY0" fmla="*/ 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0 w 1758950"/>
                <a:gd name="connsiteY5" fmla="*/ 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098550 w 1758950"/>
                <a:gd name="connsiteY0" fmla="*/ 34290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098550 w 1758950"/>
                <a:gd name="connsiteY5" fmla="*/ 342900 h 534119"/>
                <a:gd name="connsiteX0" fmla="*/ 1098550 w 1758950"/>
                <a:gd name="connsiteY0" fmla="*/ 34290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673100 w 1758950"/>
                <a:gd name="connsiteY4" fmla="*/ 454744 h 534119"/>
                <a:gd name="connsiteX5" fmla="*/ 1098550 w 1758950"/>
                <a:gd name="connsiteY5" fmla="*/ 342900 h 534119"/>
                <a:gd name="connsiteX0" fmla="*/ 673100 w 1758950"/>
                <a:gd name="connsiteY0" fmla="*/ 454744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673100 w 1758950"/>
                <a:gd name="connsiteY4" fmla="*/ 454744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53169 h 553169"/>
                <a:gd name="connsiteX1" fmla="*/ 1755775 w 1758950"/>
                <a:gd name="connsiteY1" fmla="*/ 0 h 553169"/>
                <a:gd name="connsiteX2" fmla="*/ 1758950 w 1758950"/>
                <a:gd name="connsiteY2" fmla="*/ 286469 h 553169"/>
                <a:gd name="connsiteX3" fmla="*/ 0 w 1758950"/>
                <a:gd name="connsiteY3" fmla="*/ 553169 h 553169"/>
                <a:gd name="connsiteX0" fmla="*/ 0 w 1758950"/>
                <a:gd name="connsiteY0" fmla="*/ 553169 h 553169"/>
                <a:gd name="connsiteX1" fmla="*/ 1758156 w 1758950"/>
                <a:gd name="connsiteY1" fmla="*/ 0 h 553169"/>
                <a:gd name="connsiteX2" fmla="*/ 1758950 w 1758950"/>
                <a:gd name="connsiteY2" fmla="*/ 286469 h 553169"/>
                <a:gd name="connsiteX3" fmla="*/ 0 w 1758950"/>
                <a:gd name="connsiteY3" fmla="*/ 553169 h 553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58950" h="553169">
                  <a:moveTo>
                    <a:pt x="0" y="553169"/>
                  </a:moveTo>
                  <a:cubicBezTo>
                    <a:pt x="652992" y="537054"/>
                    <a:pt x="1044839" y="409815"/>
                    <a:pt x="1758156" y="0"/>
                  </a:cubicBezTo>
                  <a:cubicBezTo>
                    <a:pt x="1759214" y="95490"/>
                    <a:pt x="1757892" y="190979"/>
                    <a:pt x="1758950" y="286469"/>
                  </a:cubicBezTo>
                  <a:cubicBezTo>
                    <a:pt x="1223433" y="435694"/>
                    <a:pt x="948267" y="515069"/>
                    <a:pt x="0" y="553169"/>
                  </a:cubicBezTo>
                  <a:close/>
                </a:path>
              </a:pathLst>
            </a:custGeom>
            <a:solidFill>
              <a:srgbClr val="D1D3D4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  <p:sp>
        <p:nvSpPr>
          <p:cNvPr id="19" name="직사각형 18"/>
          <p:cNvSpPr/>
          <p:nvPr userDrawn="1"/>
        </p:nvSpPr>
        <p:spPr>
          <a:xfrm>
            <a:off x="0" y="296268"/>
            <a:ext cx="9906000" cy="252412"/>
          </a:xfrm>
          <a:prstGeom prst="rect">
            <a:avLst/>
          </a:prstGeom>
          <a:gradFill flip="none" rotWithShape="1">
            <a:gsLst>
              <a:gs pos="0">
                <a:srgbClr val="E6E7E8"/>
              </a:gs>
              <a:gs pos="74160">
                <a:schemeClr val="bg1">
                  <a:lumMod val="85000"/>
                </a:schemeClr>
              </a:gs>
              <a:gs pos="24000">
                <a:schemeClr val="bg1">
                  <a:lumMod val="85000"/>
                </a:schemeClr>
              </a:gs>
              <a:gs pos="100000">
                <a:srgbClr val="E6E7E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/>
          </a:p>
        </p:txBody>
      </p:sp>
      <p:sp>
        <p:nvSpPr>
          <p:cNvPr id="20" name="TextBox 19"/>
          <p:cNvSpPr txBox="1"/>
          <p:nvPr userDrawn="1"/>
        </p:nvSpPr>
        <p:spPr bwMode="auto">
          <a:xfrm>
            <a:off x="2534731" y="276562"/>
            <a:ext cx="4680520" cy="272119"/>
          </a:xfrm>
          <a:prstGeom prst="rect">
            <a:avLst/>
          </a:prstGeom>
          <a:noFill/>
          <a:effectLst/>
        </p:spPr>
        <p:txBody>
          <a:bodyPr lIns="0" rIns="0" anchor="ctr"/>
          <a:lstStyle/>
          <a:p>
            <a:pPr algn="dist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300" b="1" kern="0" dirty="0">
                <a:ln w="3175">
                  <a:noFill/>
                </a:ln>
                <a:solidFill>
                  <a:srgbClr val="034EA2"/>
                </a:solidFill>
                <a:latin typeface="+mj-ea"/>
                <a:ea typeface="+mj-ea"/>
              </a:rPr>
              <a:t>고객의 꿈을 실현하는 정직하고 투명한 </a:t>
            </a:r>
            <a:r>
              <a:rPr kumimoji="0" lang="en-US" altLang="ko-KR" sz="1300" b="1" kern="0" dirty="0">
                <a:ln w="3175">
                  <a:noFill/>
                </a:ln>
                <a:solidFill>
                  <a:srgbClr val="034EA2"/>
                </a:solidFill>
                <a:latin typeface="+mj-ea"/>
                <a:ea typeface="+mj-ea"/>
              </a:rPr>
              <a:t>A</a:t>
            </a:r>
            <a:r>
              <a:rPr kumimoji="0" lang="en-US" altLang="ko-KR" sz="1300" b="1" kern="0" baseline="30000" dirty="0">
                <a:ln w="3175">
                  <a:noFill/>
                </a:ln>
                <a:solidFill>
                  <a:srgbClr val="034EA2"/>
                </a:solidFill>
                <a:latin typeface="+mj-ea"/>
                <a:ea typeface="+mj-ea"/>
              </a:rPr>
              <a:t>+</a:t>
            </a:r>
            <a:r>
              <a:rPr kumimoji="0" lang="ko-KR" altLang="en-US" sz="1300" b="1" kern="0" dirty="0">
                <a:ln w="3175">
                  <a:noFill/>
                </a:ln>
                <a:solidFill>
                  <a:srgbClr val="034EA2"/>
                </a:solidFill>
                <a:latin typeface="+mj-ea"/>
                <a:ea typeface="+mj-ea"/>
              </a:rPr>
              <a:t>그룹</a:t>
            </a:r>
          </a:p>
        </p:txBody>
      </p:sp>
    </p:spTree>
    <p:extLst>
      <p:ext uri="{BB962C8B-B14F-4D97-AF65-F5344CB8AC3E}">
        <p14:creationId xmlns:p14="http://schemas.microsoft.com/office/powerpoint/2010/main" val="350671408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제목 1"/>
          <p:cNvSpPr>
            <a:spLocks noGrp="1"/>
          </p:cNvSpPr>
          <p:nvPr>
            <p:ph type="title" hasCustomPrompt="1"/>
          </p:nvPr>
        </p:nvSpPr>
        <p:spPr>
          <a:xfrm>
            <a:off x="272480" y="124440"/>
            <a:ext cx="8915400" cy="77809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  <a:cs typeface="Arial" pitchFamily="34" charset="0"/>
              </a:defRPr>
            </a:lvl1pPr>
          </a:lstStyle>
          <a:p>
            <a:r>
              <a:rPr lang="ko-KR" altLang="en-US" dirty="0"/>
              <a:t>타이틀 </a:t>
            </a:r>
            <a:r>
              <a:rPr lang="en-US" altLang="ko-KR" dirty="0"/>
              <a:t>TEXT</a:t>
            </a:r>
            <a:endParaRPr lang="ko-KR" altLang="en-US" dirty="0"/>
          </a:p>
        </p:txBody>
      </p:sp>
      <p:sp>
        <p:nvSpPr>
          <p:cNvPr id="14" name="직사각형 13"/>
          <p:cNvSpPr/>
          <p:nvPr userDrawn="1"/>
        </p:nvSpPr>
        <p:spPr>
          <a:xfrm>
            <a:off x="0" y="6605588"/>
            <a:ext cx="9906000" cy="252412"/>
          </a:xfrm>
          <a:prstGeom prst="rect">
            <a:avLst/>
          </a:prstGeom>
          <a:solidFill>
            <a:srgbClr val="7979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/>
          </a:p>
        </p:txBody>
      </p:sp>
      <p:sp>
        <p:nvSpPr>
          <p:cNvPr id="15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4606440" y="6597352"/>
            <a:ext cx="478102" cy="287338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 b="1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C5C08CE-D885-4D6C-8DE9-6C0400A48FA0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  <p:grpSp>
        <p:nvGrpSpPr>
          <p:cNvPr id="16" name="그룹 15"/>
          <p:cNvGrpSpPr/>
          <p:nvPr userDrawn="1"/>
        </p:nvGrpSpPr>
        <p:grpSpPr>
          <a:xfrm>
            <a:off x="-2175" y="-2034"/>
            <a:ext cx="9908175" cy="868364"/>
            <a:chOff x="-2008" y="-2034"/>
            <a:chExt cx="9146008" cy="868364"/>
          </a:xfrm>
        </p:grpSpPr>
        <p:sp>
          <p:nvSpPr>
            <p:cNvPr id="17" name="직사각형 1"/>
            <p:cNvSpPr/>
            <p:nvPr userDrawn="1"/>
          </p:nvSpPr>
          <p:spPr>
            <a:xfrm>
              <a:off x="-2008" y="-2034"/>
              <a:ext cx="9146008" cy="868364"/>
            </a:xfrm>
            <a:custGeom>
              <a:avLst/>
              <a:gdLst>
                <a:gd name="connsiteX0" fmla="*/ 0 w 9144000"/>
                <a:gd name="connsiteY0" fmla="*/ 0 h 863600"/>
                <a:gd name="connsiteX1" fmla="*/ 9144000 w 9144000"/>
                <a:gd name="connsiteY1" fmla="*/ 0 h 863600"/>
                <a:gd name="connsiteX2" fmla="*/ 9144000 w 9144000"/>
                <a:gd name="connsiteY2" fmla="*/ 863600 h 863600"/>
                <a:gd name="connsiteX3" fmla="*/ 0 w 9144000"/>
                <a:gd name="connsiteY3" fmla="*/ 863600 h 863600"/>
                <a:gd name="connsiteX4" fmla="*/ 0 w 9144000"/>
                <a:gd name="connsiteY4" fmla="*/ 0 h 863600"/>
                <a:gd name="connsiteX0" fmla="*/ 0 w 9144000"/>
                <a:gd name="connsiteY0" fmla="*/ 3175 h 866775"/>
                <a:gd name="connsiteX1" fmla="*/ 8972550 w 9144000"/>
                <a:gd name="connsiteY1" fmla="*/ 0 h 866775"/>
                <a:gd name="connsiteX2" fmla="*/ 9144000 w 9144000"/>
                <a:gd name="connsiteY2" fmla="*/ 3175 h 866775"/>
                <a:gd name="connsiteX3" fmla="*/ 9144000 w 9144000"/>
                <a:gd name="connsiteY3" fmla="*/ 866775 h 866775"/>
                <a:gd name="connsiteX4" fmla="*/ 0 w 9144000"/>
                <a:gd name="connsiteY4" fmla="*/ 866775 h 866775"/>
                <a:gd name="connsiteX5" fmla="*/ 0 w 9144000"/>
                <a:gd name="connsiteY5" fmla="*/ 3175 h 866775"/>
                <a:gd name="connsiteX0" fmla="*/ 0 w 9144000"/>
                <a:gd name="connsiteY0" fmla="*/ 3175 h 866775"/>
                <a:gd name="connsiteX1" fmla="*/ 8972550 w 9144000"/>
                <a:gd name="connsiteY1" fmla="*/ 0 h 866775"/>
                <a:gd name="connsiteX2" fmla="*/ 9144000 w 9144000"/>
                <a:gd name="connsiteY2" fmla="*/ 3175 h 866775"/>
                <a:gd name="connsiteX3" fmla="*/ 9140825 w 9144000"/>
                <a:gd name="connsiteY3" fmla="*/ 323851 h 866775"/>
                <a:gd name="connsiteX4" fmla="*/ 9144000 w 9144000"/>
                <a:gd name="connsiteY4" fmla="*/ 866775 h 866775"/>
                <a:gd name="connsiteX5" fmla="*/ 0 w 9144000"/>
                <a:gd name="connsiteY5" fmla="*/ 866775 h 866775"/>
                <a:gd name="connsiteX6" fmla="*/ 0 w 9144000"/>
                <a:gd name="connsiteY6" fmla="*/ 3175 h 866775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9144000 w 9144000"/>
                <a:gd name="connsiteY4" fmla="*/ 86677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78422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784225 h 866776"/>
                <a:gd name="connsiteX0" fmla="*/ 0 w 9144000"/>
                <a:gd name="connsiteY0" fmla="*/ 784225 h 866776"/>
                <a:gd name="connsiteX1" fmla="*/ 7461250 w 9144000"/>
                <a:gd name="connsiteY1" fmla="*/ 136525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6925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9525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9525 w 9144000"/>
                <a:gd name="connsiteY8" fmla="*/ 784225 h 866776"/>
                <a:gd name="connsiteX0" fmla="*/ 0 w 9148763"/>
                <a:gd name="connsiteY0" fmla="*/ 788987 h 866776"/>
                <a:gd name="connsiteX1" fmla="*/ 7383463 w 9148763"/>
                <a:gd name="connsiteY1" fmla="*/ 793750 h 866776"/>
                <a:gd name="connsiteX2" fmla="*/ 8977313 w 9148763"/>
                <a:gd name="connsiteY2" fmla="*/ 0 h 866776"/>
                <a:gd name="connsiteX3" fmla="*/ 9148763 w 9148763"/>
                <a:gd name="connsiteY3" fmla="*/ 3175 h 866776"/>
                <a:gd name="connsiteX4" fmla="*/ 9145588 w 9148763"/>
                <a:gd name="connsiteY4" fmla="*/ 323851 h 866776"/>
                <a:gd name="connsiteX5" fmla="*/ 8491538 w 9148763"/>
                <a:gd name="connsiteY5" fmla="*/ 679450 h 866776"/>
                <a:gd name="connsiteX6" fmla="*/ 7440613 w 9148763"/>
                <a:gd name="connsiteY6" fmla="*/ 866776 h 866776"/>
                <a:gd name="connsiteX7" fmla="*/ 4763 w 9148763"/>
                <a:gd name="connsiteY7" fmla="*/ 866775 h 866776"/>
                <a:gd name="connsiteX8" fmla="*/ 0 w 9148763"/>
                <a:gd name="connsiteY8" fmla="*/ 788987 h 866776"/>
                <a:gd name="connsiteX0" fmla="*/ 0 w 9145780"/>
                <a:gd name="connsiteY0" fmla="*/ 790575 h 868364"/>
                <a:gd name="connsiteX1" fmla="*/ 7383463 w 9145780"/>
                <a:gd name="connsiteY1" fmla="*/ 795338 h 868364"/>
                <a:gd name="connsiteX2" fmla="*/ 8977313 w 9145780"/>
                <a:gd name="connsiteY2" fmla="*/ 1588 h 868364"/>
                <a:gd name="connsiteX3" fmla="*/ 9144000 w 9145780"/>
                <a:gd name="connsiteY3" fmla="*/ 0 h 868364"/>
                <a:gd name="connsiteX4" fmla="*/ 9145588 w 9145780"/>
                <a:gd name="connsiteY4" fmla="*/ 325439 h 868364"/>
                <a:gd name="connsiteX5" fmla="*/ 8491538 w 9145780"/>
                <a:gd name="connsiteY5" fmla="*/ 681038 h 868364"/>
                <a:gd name="connsiteX6" fmla="*/ 7440613 w 9145780"/>
                <a:gd name="connsiteY6" fmla="*/ 868364 h 868364"/>
                <a:gd name="connsiteX7" fmla="*/ 4763 w 9145780"/>
                <a:gd name="connsiteY7" fmla="*/ 868363 h 868364"/>
                <a:gd name="connsiteX8" fmla="*/ 0 w 9145780"/>
                <a:gd name="connsiteY8" fmla="*/ 790575 h 868364"/>
                <a:gd name="connsiteX0" fmla="*/ 0 w 9145780"/>
                <a:gd name="connsiteY0" fmla="*/ 790575 h 868364"/>
                <a:gd name="connsiteX1" fmla="*/ 7295357 w 9145780"/>
                <a:gd name="connsiteY1" fmla="*/ 795338 h 868364"/>
                <a:gd name="connsiteX2" fmla="*/ 8977313 w 9145780"/>
                <a:gd name="connsiteY2" fmla="*/ 1588 h 868364"/>
                <a:gd name="connsiteX3" fmla="*/ 9144000 w 9145780"/>
                <a:gd name="connsiteY3" fmla="*/ 0 h 868364"/>
                <a:gd name="connsiteX4" fmla="*/ 9145588 w 9145780"/>
                <a:gd name="connsiteY4" fmla="*/ 325439 h 868364"/>
                <a:gd name="connsiteX5" fmla="*/ 8491538 w 9145780"/>
                <a:gd name="connsiteY5" fmla="*/ 681038 h 868364"/>
                <a:gd name="connsiteX6" fmla="*/ 7440613 w 9145780"/>
                <a:gd name="connsiteY6" fmla="*/ 868364 h 868364"/>
                <a:gd name="connsiteX7" fmla="*/ 4763 w 9145780"/>
                <a:gd name="connsiteY7" fmla="*/ 868363 h 868364"/>
                <a:gd name="connsiteX8" fmla="*/ 0 w 9145780"/>
                <a:gd name="connsiteY8" fmla="*/ 790575 h 868364"/>
                <a:gd name="connsiteX0" fmla="*/ 0 w 9145780"/>
                <a:gd name="connsiteY0" fmla="*/ 790575 h 868364"/>
                <a:gd name="connsiteX1" fmla="*/ 7295357 w 9145780"/>
                <a:gd name="connsiteY1" fmla="*/ 795338 h 868364"/>
                <a:gd name="connsiteX2" fmla="*/ 8977313 w 9145780"/>
                <a:gd name="connsiteY2" fmla="*/ 1588 h 868364"/>
                <a:gd name="connsiteX3" fmla="*/ 9144000 w 9145780"/>
                <a:gd name="connsiteY3" fmla="*/ 0 h 868364"/>
                <a:gd name="connsiteX4" fmla="*/ 9145588 w 9145780"/>
                <a:gd name="connsiteY4" fmla="*/ 325439 h 868364"/>
                <a:gd name="connsiteX5" fmla="*/ 8491538 w 9145780"/>
                <a:gd name="connsiteY5" fmla="*/ 681038 h 868364"/>
                <a:gd name="connsiteX6" fmla="*/ 7440613 w 9145780"/>
                <a:gd name="connsiteY6" fmla="*/ 868364 h 868364"/>
                <a:gd name="connsiteX7" fmla="*/ 4763 w 9145780"/>
                <a:gd name="connsiteY7" fmla="*/ 868363 h 868364"/>
                <a:gd name="connsiteX8" fmla="*/ 0 w 9145780"/>
                <a:gd name="connsiteY8" fmla="*/ 790575 h 868364"/>
                <a:gd name="connsiteX0" fmla="*/ 2381 w 9141017"/>
                <a:gd name="connsiteY0" fmla="*/ 795338 h 868364"/>
                <a:gd name="connsiteX1" fmla="*/ 7290594 w 9141017"/>
                <a:gd name="connsiteY1" fmla="*/ 795338 h 868364"/>
                <a:gd name="connsiteX2" fmla="*/ 8972550 w 9141017"/>
                <a:gd name="connsiteY2" fmla="*/ 1588 h 868364"/>
                <a:gd name="connsiteX3" fmla="*/ 9139237 w 9141017"/>
                <a:gd name="connsiteY3" fmla="*/ 0 h 868364"/>
                <a:gd name="connsiteX4" fmla="*/ 9140825 w 9141017"/>
                <a:gd name="connsiteY4" fmla="*/ 325439 h 868364"/>
                <a:gd name="connsiteX5" fmla="*/ 8486775 w 9141017"/>
                <a:gd name="connsiteY5" fmla="*/ 681038 h 868364"/>
                <a:gd name="connsiteX6" fmla="*/ 7435850 w 9141017"/>
                <a:gd name="connsiteY6" fmla="*/ 868364 h 868364"/>
                <a:gd name="connsiteX7" fmla="*/ 0 w 9141017"/>
                <a:gd name="connsiteY7" fmla="*/ 868363 h 868364"/>
                <a:gd name="connsiteX8" fmla="*/ 2381 w 9141017"/>
                <a:gd name="connsiteY8" fmla="*/ 795338 h 868364"/>
                <a:gd name="connsiteX0" fmla="*/ 68 w 9145847"/>
                <a:gd name="connsiteY0" fmla="*/ 795338 h 868364"/>
                <a:gd name="connsiteX1" fmla="*/ 7295424 w 9145847"/>
                <a:gd name="connsiteY1" fmla="*/ 795338 h 868364"/>
                <a:gd name="connsiteX2" fmla="*/ 8977380 w 9145847"/>
                <a:gd name="connsiteY2" fmla="*/ 1588 h 868364"/>
                <a:gd name="connsiteX3" fmla="*/ 9144067 w 9145847"/>
                <a:gd name="connsiteY3" fmla="*/ 0 h 868364"/>
                <a:gd name="connsiteX4" fmla="*/ 9145655 w 9145847"/>
                <a:gd name="connsiteY4" fmla="*/ 325439 h 868364"/>
                <a:gd name="connsiteX5" fmla="*/ 8491605 w 9145847"/>
                <a:gd name="connsiteY5" fmla="*/ 681038 h 868364"/>
                <a:gd name="connsiteX6" fmla="*/ 7440680 w 9145847"/>
                <a:gd name="connsiteY6" fmla="*/ 868364 h 868364"/>
                <a:gd name="connsiteX7" fmla="*/ 4830 w 9145847"/>
                <a:gd name="connsiteY7" fmla="*/ 868363 h 868364"/>
                <a:gd name="connsiteX8" fmla="*/ 68 w 9145847"/>
                <a:gd name="connsiteY8" fmla="*/ 795338 h 868364"/>
                <a:gd name="connsiteX0" fmla="*/ 229 w 9146008"/>
                <a:gd name="connsiteY0" fmla="*/ 795338 h 868364"/>
                <a:gd name="connsiteX1" fmla="*/ 7295585 w 9146008"/>
                <a:gd name="connsiteY1" fmla="*/ 795338 h 868364"/>
                <a:gd name="connsiteX2" fmla="*/ 8977541 w 9146008"/>
                <a:gd name="connsiteY2" fmla="*/ 1588 h 868364"/>
                <a:gd name="connsiteX3" fmla="*/ 9144228 w 9146008"/>
                <a:gd name="connsiteY3" fmla="*/ 0 h 868364"/>
                <a:gd name="connsiteX4" fmla="*/ 9145816 w 9146008"/>
                <a:gd name="connsiteY4" fmla="*/ 325439 h 868364"/>
                <a:gd name="connsiteX5" fmla="*/ 8491766 w 9146008"/>
                <a:gd name="connsiteY5" fmla="*/ 681038 h 868364"/>
                <a:gd name="connsiteX6" fmla="*/ 7440841 w 9146008"/>
                <a:gd name="connsiteY6" fmla="*/ 868364 h 868364"/>
                <a:gd name="connsiteX7" fmla="*/ 229 w 9146008"/>
                <a:gd name="connsiteY7" fmla="*/ 868363 h 868364"/>
                <a:gd name="connsiteX8" fmla="*/ 229 w 9146008"/>
                <a:gd name="connsiteY8" fmla="*/ 795338 h 86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46008" h="868364">
                  <a:moveTo>
                    <a:pt x="229" y="795338"/>
                  </a:moveTo>
                  <a:lnTo>
                    <a:pt x="7295585" y="795338"/>
                  </a:lnTo>
                  <a:cubicBezTo>
                    <a:pt x="8128493" y="737130"/>
                    <a:pt x="8684383" y="351896"/>
                    <a:pt x="8977541" y="1588"/>
                  </a:cubicBezTo>
                  <a:lnTo>
                    <a:pt x="9144228" y="0"/>
                  </a:lnTo>
                  <a:cubicBezTo>
                    <a:pt x="9143170" y="106892"/>
                    <a:pt x="9146874" y="218547"/>
                    <a:pt x="9145816" y="325439"/>
                  </a:cubicBezTo>
                  <a:cubicBezTo>
                    <a:pt x="8988124" y="455614"/>
                    <a:pt x="8843133" y="534988"/>
                    <a:pt x="8491766" y="681038"/>
                  </a:cubicBezTo>
                  <a:cubicBezTo>
                    <a:pt x="8181674" y="780522"/>
                    <a:pt x="8014458" y="848255"/>
                    <a:pt x="7440841" y="868364"/>
                  </a:cubicBezTo>
                  <a:lnTo>
                    <a:pt x="229" y="868363"/>
                  </a:lnTo>
                  <a:cubicBezTo>
                    <a:pt x="1023" y="844021"/>
                    <a:pt x="-565" y="819680"/>
                    <a:pt x="229" y="795338"/>
                  </a:cubicBezTo>
                  <a:close/>
                </a:path>
              </a:pathLst>
            </a:custGeom>
            <a:solidFill>
              <a:srgbClr val="034EA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18" name="직사각형 2"/>
            <p:cNvSpPr/>
            <p:nvPr userDrawn="1"/>
          </p:nvSpPr>
          <p:spPr>
            <a:xfrm>
              <a:off x="7385050" y="313161"/>
              <a:ext cx="1758950" cy="553169"/>
            </a:xfrm>
            <a:custGeom>
              <a:avLst/>
              <a:gdLst>
                <a:gd name="connsiteX0" fmla="*/ 0 w 1758950"/>
                <a:gd name="connsiteY0" fmla="*/ 0 h 534119"/>
                <a:gd name="connsiteX1" fmla="*/ 1758950 w 1758950"/>
                <a:gd name="connsiteY1" fmla="*/ 0 h 534119"/>
                <a:gd name="connsiteX2" fmla="*/ 1758950 w 1758950"/>
                <a:gd name="connsiteY2" fmla="*/ 534119 h 534119"/>
                <a:gd name="connsiteX3" fmla="*/ 0 w 1758950"/>
                <a:gd name="connsiteY3" fmla="*/ 534119 h 534119"/>
                <a:gd name="connsiteX4" fmla="*/ 0 w 1758950"/>
                <a:gd name="connsiteY4" fmla="*/ 0 h 534119"/>
                <a:gd name="connsiteX0" fmla="*/ 0 w 1758950"/>
                <a:gd name="connsiteY0" fmla="*/ 0 h 534119"/>
                <a:gd name="connsiteX1" fmla="*/ 1758950 w 1758950"/>
                <a:gd name="connsiteY1" fmla="*/ 0 h 534119"/>
                <a:gd name="connsiteX2" fmla="*/ 1758950 w 1758950"/>
                <a:gd name="connsiteY2" fmla="*/ 5341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0 w 1758950"/>
                <a:gd name="connsiteY5" fmla="*/ 0 h 534119"/>
                <a:gd name="connsiteX0" fmla="*/ 0 w 1758950"/>
                <a:gd name="connsiteY0" fmla="*/ 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0 w 1758950"/>
                <a:gd name="connsiteY5" fmla="*/ 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098550 w 1758950"/>
                <a:gd name="connsiteY0" fmla="*/ 34290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098550 w 1758950"/>
                <a:gd name="connsiteY5" fmla="*/ 342900 h 534119"/>
                <a:gd name="connsiteX0" fmla="*/ 1098550 w 1758950"/>
                <a:gd name="connsiteY0" fmla="*/ 34290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673100 w 1758950"/>
                <a:gd name="connsiteY4" fmla="*/ 454744 h 534119"/>
                <a:gd name="connsiteX5" fmla="*/ 1098550 w 1758950"/>
                <a:gd name="connsiteY5" fmla="*/ 342900 h 534119"/>
                <a:gd name="connsiteX0" fmla="*/ 673100 w 1758950"/>
                <a:gd name="connsiteY0" fmla="*/ 454744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673100 w 1758950"/>
                <a:gd name="connsiteY4" fmla="*/ 454744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53169 h 553169"/>
                <a:gd name="connsiteX1" fmla="*/ 1755775 w 1758950"/>
                <a:gd name="connsiteY1" fmla="*/ 0 h 553169"/>
                <a:gd name="connsiteX2" fmla="*/ 1758950 w 1758950"/>
                <a:gd name="connsiteY2" fmla="*/ 286469 h 553169"/>
                <a:gd name="connsiteX3" fmla="*/ 0 w 1758950"/>
                <a:gd name="connsiteY3" fmla="*/ 553169 h 553169"/>
                <a:gd name="connsiteX0" fmla="*/ 0 w 1758950"/>
                <a:gd name="connsiteY0" fmla="*/ 553169 h 553169"/>
                <a:gd name="connsiteX1" fmla="*/ 1758156 w 1758950"/>
                <a:gd name="connsiteY1" fmla="*/ 0 h 553169"/>
                <a:gd name="connsiteX2" fmla="*/ 1758950 w 1758950"/>
                <a:gd name="connsiteY2" fmla="*/ 286469 h 553169"/>
                <a:gd name="connsiteX3" fmla="*/ 0 w 1758950"/>
                <a:gd name="connsiteY3" fmla="*/ 553169 h 553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58950" h="553169">
                  <a:moveTo>
                    <a:pt x="0" y="553169"/>
                  </a:moveTo>
                  <a:cubicBezTo>
                    <a:pt x="652992" y="537054"/>
                    <a:pt x="1044839" y="409815"/>
                    <a:pt x="1758156" y="0"/>
                  </a:cubicBezTo>
                  <a:cubicBezTo>
                    <a:pt x="1759214" y="95490"/>
                    <a:pt x="1757892" y="190979"/>
                    <a:pt x="1758950" y="286469"/>
                  </a:cubicBezTo>
                  <a:cubicBezTo>
                    <a:pt x="1223433" y="435694"/>
                    <a:pt x="948267" y="515069"/>
                    <a:pt x="0" y="553169"/>
                  </a:cubicBezTo>
                  <a:close/>
                </a:path>
              </a:pathLst>
            </a:custGeom>
            <a:solidFill>
              <a:srgbClr val="D1D3D4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  <p:pic>
        <p:nvPicPr>
          <p:cNvPr id="19" name="Picture 19" descr="C:\Users\aplus\Desktop\12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489" y="6620789"/>
            <a:ext cx="858095" cy="222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5" descr="C:\Users\aplus\Documents\네이트온 받은 파일\에셋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5425" y="6628347"/>
            <a:ext cx="863889" cy="215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7941958"/>
      </p:ext>
    </p:extLst>
  </p:cSld>
  <p:clrMapOvr>
    <a:masterClrMapping/>
  </p:clrMapOvr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검정색교안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슬라이드 번호 개체 틀 5">
            <a:extLst>
              <a:ext uri="{FF2B5EF4-FFF2-40B4-BE49-F238E27FC236}">
                <a16:creationId xmlns:a16="http://schemas.microsoft.com/office/drawing/2014/main" id="{B66D8BA5-72F6-68CC-2336-EDF5D25B68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62077" y="6584308"/>
            <a:ext cx="343959" cy="274346"/>
          </a:xfrm>
          <a:prstGeom prst="rect">
            <a:avLst/>
          </a:prstGeom>
        </p:spPr>
        <p:txBody>
          <a:bodyPr vert="horz" lIns="0" tIns="0" rIns="108000" bIns="72000" rtlCol="0" anchor="ctr"/>
          <a:lstStyle>
            <a:lvl1pPr marL="0" algn="r" defTabSz="709681" rtl="0" eaLnBrk="1" latinLnBrk="1" hangingPunct="1">
              <a:defRPr lang="ko-KR" altLang="en-US" sz="794" b="1" kern="1200" spc="-71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>
              <a:defRPr/>
            </a:pPr>
            <a:fld id="{D76F8EBF-0EDC-4EDF-A7F9-44AE75FD6F84}" type="slidenum">
              <a:rPr lang="en-US" altLang="ko-KR" smtClean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US" altLang="ko-KR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3B015E1-BCC3-D387-F788-62A8B16EE5F3}"/>
              </a:ext>
            </a:extLst>
          </p:cNvPr>
          <p:cNvSpPr/>
          <p:nvPr userDrawn="1"/>
        </p:nvSpPr>
        <p:spPr>
          <a:xfrm>
            <a:off x="135484" y="396716"/>
            <a:ext cx="9635033" cy="6123217"/>
          </a:xfrm>
          <a:prstGeom prst="rect">
            <a:avLst/>
          </a:prstGeom>
          <a:solidFill>
            <a:schemeClr val="bg1"/>
          </a:solidFill>
          <a:ln w="476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03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587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나눔스퀘어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265712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검정색교안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슬라이드 번호 개체 틀 5">
            <a:extLst>
              <a:ext uri="{FF2B5EF4-FFF2-40B4-BE49-F238E27FC236}">
                <a16:creationId xmlns:a16="http://schemas.microsoft.com/office/drawing/2014/main" id="{B66D8BA5-72F6-68CC-2336-EDF5D25B68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62077" y="6584308"/>
            <a:ext cx="343959" cy="274346"/>
          </a:xfrm>
          <a:prstGeom prst="rect">
            <a:avLst/>
          </a:prstGeom>
        </p:spPr>
        <p:txBody>
          <a:bodyPr vert="horz" lIns="0" tIns="0" rIns="108000" bIns="72000" rtlCol="0" anchor="ctr"/>
          <a:lstStyle>
            <a:lvl1pPr marL="0" algn="r" defTabSz="709681" rtl="0" eaLnBrk="1" latinLnBrk="1" hangingPunct="1">
              <a:defRPr lang="ko-KR" altLang="en-US" sz="794" b="1" kern="1200" spc="-71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>
              <a:defRPr/>
            </a:pPr>
            <a:fld id="{D76F8EBF-0EDC-4EDF-A7F9-44AE75FD6F84}" type="slidenum">
              <a:rPr lang="en-US" altLang="ko-KR" smtClean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US" altLang="ko-KR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52884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8862512-5B50-8CF5-7EB2-0FB29AC1F5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" t="-168" r="12838" b="27278"/>
          <a:stretch/>
        </p:blipFill>
        <p:spPr>
          <a:xfrm>
            <a:off x="-1" y="-8624"/>
            <a:ext cx="9906002" cy="6866624"/>
          </a:xfrm>
          <a:prstGeom prst="rect">
            <a:avLst/>
          </a:prstGeom>
        </p:spPr>
      </p:pic>
      <p:sp>
        <p:nvSpPr>
          <p:cNvPr id="6" name="그래픽 4">
            <a:extLst>
              <a:ext uri="{FF2B5EF4-FFF2-40B4-BE49-F238E27FC236}">
                <a16:creationId xmlns:a16="http://schemas.microsoft.com/office/drawing/2014/main" id="{A4EED810-E989-998C-5EAA-20A97C1A3910}"/>
              </a:ext>
            </a:extLst>
          </p:cNvPr>
          <p:cNvSpPr/>
          <p:nvPr userDrawn="1"/>
        </p:nvSpPr>
        <p:spPr>
          <a:xfrm>
            <a:off x="-2" y="4457912"/>
            <a:ext cx="9424492" cy="2400088"/>
          </a:xfrm>
          <a:custGeom>
            <a:avLst/>
            <a:gdLst>
              <a:gd name="connsiteX0" fmla="*/ 6507957 w 6507956"/>
              <a:gd name="connsiteY0" fmla="*/ 3577685 h 3577685"/>
              <a:gd name="connsiteX1" fmla="*/ 0 w 6507956"/>
              <a:gd name="connsiteY1" fmla="*/ 3577685 h 3577685"/>
              <a:gd name="connsiteX2" fmla="*/ 0 w 6507956"/>
              <a:gd name="connsiteY2" fmla="*/ 0 h 3577685"/>
              <a:gd name="connsiteX3" fmla="*/ 1977200 w 6507956"/>
              <a:gd name="connsiteY3" fmla="*/ 1710785 h 3577685"/>
              <a:gd name="connsiteX4" fmla="*/ 5362099 w 6507956"/>
              <a:gd name="connsiteY4" fmla="*/ 2201704 h 3577685"/>
              <a:gd name="connsiteX5" fmla="*/ 6507957 w 6507956"/>
              <a:gd name="connsiteY5" fmla="*/ 3577685 h 3577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07956" h="3577685">
                <a:moveTo>
                  <a:pt x="6507957" y="3577685"/>
                </a:moveTo>
                <a:lnTo>
                  <a:pt x="0" y="3577685"/>
                </a:lnTo>
                <a:lnTo>
                  <a:pt x="0" y="0"/>
                </a:lnTo>
                <a:cubicBezTo>
                  <a:pt x="0" y="0"/>
                  <a:pt x="519589" y="1158335"/>
                  <a:pt x="1977200" y="1710785"/>
                </a:cubicBezTo>
                <a:cubicBezTo>
                  <a:pt x="3128677" y="2147221"/>
                  <a:pt x="4339590" y="1706594"/>
                  <a:pt x="5362099" y="2201704"/>
                </a:cubicBezTo>
                <a:cubicBezTo>
                  <a:pt x="5844826" y="2435447"/>
                  <a:pt x="6300788" y="2917889"/>
                  <a:pt x="6507957" y="3577685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03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58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그래픽 13">
            <a:extLst>
              <a:ext uri="{FF2B5EF4-FFF2-40B4-BE49-F238E27FC236}">
                <a16:creationId xmlns:a16="http://schemas.microsoft.com/office/drawing/2014/main" id="{CCABF572-35E3-7411-2FA1-60A01698130D}"/>
              </a:ext>
            </a:extLst>
          </p:cNvPr>
          <p:cNvSpPr/>
          <p:nvPr userDrawn="1"/>
        </p:nvSpPr>
        <p:spPr>
          <a:xfrm>
            <a:off x="6397790" y="1"/>
            <a:ext cx="3508210" cy="822421"/>
          </a:xfrm>
          <a:custGeom>
            <a:avLst/>
            <a:gdLst>
              <a:gd name="connsiteX0" fmla="*/ 1472375 w 1472374"/>
              <a:gd name="connsiteY0" fmla="*/ 0 h 970026"/>
              <a:gd name="connsiteX1" fmla="*/ 1472375 w 1472374"/>
              <a:gd name="connsiteY1" fmla="*/ 970026 h 970026"/>
              <a:gd name="connsiteX2" fmla="*/ 0 w 1472374"/>
              <a:gd name="connsiteY2" fmla="*/ 0 h 970026"/>
              <a:gd name="connsiteX3" fmla="*/ 1472375 w 1472374"/>
              <a:gd name="connsiteY3" fmla="*/ 0 h 970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2374" h="970026">
                <a:moveTo>
                  <a:pt x="1472375" y="0"/>
                </a:moveTo>
                <a:lnTo>
                  <a:pt x="1472375" y="970026"/>
                </a:lnTo>
                <a:cubicBezTo>
                  <a:pt x="1472375" y="970026"/>
                  <a:pt x="564070" y="970026"/>
                  <a:pt x="0" y="0"/>
                </a:cubicBezTo>
                <a:lnTo>
                  <a:pt x="1472375" y="0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03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58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D3D037-CC34-9559-F43D-39BD009275A6}"/>
              </a:ext>
            </a:extLst>
          </p:cNvPr>
          <p:cNvSpPr txBox="1"/>
          <p:nvPr userDrawn="1"/>
        </p:nvSpPr>
        <p:spPr>
          <a:xfrm>
            <a:off x="145681" y="6405209"/>
            <a:ext cx="6148735" cy="294183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txBody>
          <a:bodyPr wrap="none" lIns="63500" tIns="31750" rIns="63500" bIns="31750" rtlCol="0" anchor="ctr">
            <a:spAutoFit/>
          </a:bodyPr>
          <a:lstStyle/>
          <a:p>
            <a:pPr marL="0" marR="0" lvl="0" indent="0" algn="l" defTabSz="403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8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6" b="1" i="0" u="sng" strike="noStrike" kern="1200" cap="none" spc="-53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본 자료는 사내 교육</a:t>
            </a:r>
            <a:r>
              <a:rPr kumimoji="0" lang="en-US" altLang="ko-KR" sz="706" b="1" i="0" u="sng" strike="noStrike" kern="1200" cap="none" spc="-53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0" lang="ko-KR" altLang="en-US" sz="706" b="1" i="0" u="sng" strike="noStrike" kern="1200" cap="none" spc="-53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회의</a:t>
            </a:r>
            <a:r>
              <a:rPr kumimoji="0" lang="en-US" altLang="ko-KR" sz="706" b="1" i="0" u="sng" strike="noStrike" kern="1200" cap="none" spc="-53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0" lang="ko-KR" altLang="en-US" sz="706" b="1" i="0" u="sng" strike="noStrike" kern="1200" cap="none" spc="-53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용 자료</a:t>
            </a:r>
            <a:r>
              <a:rPr kumimoji="0" lang="ko-KR" altLang="en-US" sz="706" b="1" i="0" u="none" strike="noStrike" kern="1200" cap="none" spc="-53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로서 외부유출 금지 및 고객에게 설명</a:t>
            </a:r>
            <a:r>
              <a:rPr kumimoji="0" lang="en-US" altLang="ko-KR" sz="706" b="1" i="0" u="none" strike="noStrike" kern="1200" cap="none" spc="-53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,</a:t>
            </a:r>
            <a:r>
              <a:rPr kumimoji="0" lang="ko-KR" altLang="en-US" sz="706" b="1" i="0" u="none" strike="noStrike" kern="1200" cap="none" spc="-53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교부</a:t>
            </a:r>
            <a:r>
              <a:rPr kumimoji="0" lang="en-US" altLang="ko-KR" sz="706" b="1" i="0" u="none" strike="noStrike" kern="1200" cap="none" spc="-53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, </a:t>
            </a:r>
            <a:r>
              <a:rPr kumimoji="0" lang="ko-KR" altLang="en-US" sz="706" b="1" i="0" u="none" strike="noStrike" kern="1200" cap="none" spc="-53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배포</a:t>
            </a:r>
            <a:r>
              <a:rPr kumimoji="0" lang="en-US" altLang="ko-KR" sz="706" b="1" i="0" u="none" strike="noStrike" kern="1200" cap="none" spc="-53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, </a:t>
            </a:r>
            <a:r>
              <a:rPr kumimoji="0" lang="ko-KR" altLang="en-US" sz="706" b="1" i="0" u="none" strike="noStrike" kern="1200" cap="none" spc="-53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전송 또는 온라인 게시 등 광고</a:t>
            </a:r>
            <a:r>
              <a:rPr kumimoji="0" lang="en-US" altLang="ko-KR" sz="706" b="1" i="0" u="none" strike="noStrike" kern="1200" cap="none" spc="-53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·</a:t>
            </a:r>
            <a:r>
              <a:rPr kumimoji="0" lang="ko-KR" altLang="en-US" sz="706" b="1" i="0" u="none" strike="noStrike" kern="1200" cap="none" spc="-53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선전물로 활용이 </a:t>
            </a:r>
            <a:r>
              <a:rPr kumimoji="0" lang="ko-KR" altLang="en-US" sz="706" b="1" i="0" u="sng" strike="noStrike" kern="1200" cap="none" spc="-53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금지되며</a:t>
            </a:r>
            <a:r>
              <a:rPr kumimoji="0" lang="en-US" altLang="ko-KR" sz="706" b="1" i="0" u="sng" strike="noStrike" kern="1200" cap="none" spc="-53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, </a:t>
            </a:r>
            <a:r>
              <a:rPr kumimoji="0" lang="ko-KR" altLang="en-US" sz="706" b="1" i="0" u="sng" strike="noStrike" kern="1200" cap="none" spc="-53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무단 </a:t>
            </a:r>
            <a:r>
              <a:rPr kumimoji="0" lang="ko-KR" altLang="en-US" sz="706" b="1" i="0" u="none" strike="noStrike" kern="1200" cap="none" spc="-53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전재</a:t>
            </a:r>
            <a:r>
              <a:rPr kumimoji="0" lang="en-US" altLang="ko-KR" sz="706" b="1" i="0" u="none" strike="noStrike" kern="1200" cap="none" spc="-53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·</a:t>
            </a:r>
            <a:r>
              <a:rPr kumimoji="0" lang="ko-KR" altLang="en-US" sz="706" b="1" i="0" u="none" strike="noStrike" kern="1200" cap="none" spc="-53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배포</a:t>
            </a:r>
            <a:r>
              <a:rPr kumimoji="0" lang="en-US" altLang="ko-KR" sz="706" b="1" i="0" u="none" strike="noStrike" kern="1200" cap="none" spc="-53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·</a:t>
            </a:r>
            <a:r>
              <a:rPr kumimoji="0" lang="ko-KR" altLang="en-US" sz="706" b="1" i="0" u="none" strike="noStrike" kern="1200" cap="none" spc="-53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변형을 금지합니다</a:t>
            </a:r>
            <a:r>
              <a:rPr kumimoji="0" lang="en-US" altLang="ko-KR" sz="706" b="1" i="0" u="none" strike="noStrike" kern="1200" cap="none" spc="-53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  <a:p>
            <a:pPr marL="0" marR="0" lvl="0" indent="0" algn="l" defTabSz="403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8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6" b="1" i="0" u="none" strike="noStrike" kern="1200" cap="none" spc="-53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이를 준수하지 않을 경우 </a:t>
            </a:r>
            <a:r>
              <a:rPr kumimoji="0" lang="ko-KR" altLang="en-US" sz="706" b="1" i="0" u="sng" strike="noStrike" kern="1200" cap="none" spc="-53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금융소비자보호법에 따른 과태료부과 등 민</a:t>
            </a:r>
            <a:r>
              <a:rPr kumimoji="0" lang="en-US" altLang="ko-KR" sz="706" b="1" i="0" u="sng" strike="noStrike" kern="1200" cap="none" spc="-53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·</a:t>
            </a:r>
            <a:r>
              <a:rPr kumimoji="0" lang="ko-KR" altLang="en-US" sz="706" b="1" i="0" u="sng" strike="noStrike" kern="1200" cap="none" spc="-53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형사상의 책임을 물을 수 있습니다</a:t>
            </a:r>
            <a:r>
              <a:rPr kumimoji="0" lang="en-US" altLang="ko-KR" sz="706" b="1" i="0" u="sng" strike="noStrike" kern="1200" cap="none" spc="-53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854190C-E2BC-8069-A7A1-B58FF254E3D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230" y="5915837"/>
            <a:ext cx="2376836" cy="248533"/>
          </a:xfrm>
          <a:prstGeom prst="rect">
            <a:avLst/>
          </a:prstGeom>
        </p:spPr>
      </p:pic>
      <p:sp>
        <p:nvSpPr>
          <p:cNvPr id="9" name="바닥글 개체 틀 4">
            <a:extLst>
              <a:ext uri="{FF2B5EF4-FFF2-40B4-BE49-F238E27FC236}">
                <a16:creationId xmlns:a16="http://schemas.microsoft.com/office/drawing/2014/main" id="{8CD3F365-B117-04B8-C6B4-23ECA1ACE1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53045" y="80005"/>
            <a:ext cx="719020" cy="19996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rgbClr val="FF0000"/>
            </a:solidFill>
          </a:ln>
        </p:spPr>
        <p:txBody>
          <a:bodyPr vert="horz" wrap="none" lIns="0" tIns="0" rIns="0" bIns="0" rtlCol="0" anchor="ctr">
            <a:noAutofit/>
          </a:bodyPr>
          <a:lstStyle>
            <a:lvl1pPr marL="0" algn="ctr" defTabSz="403205" rtl="0" eaLnBrk="1" latinLnBrk="0" hangingPunct="1">
              <a:defRPr lang="ko-KR" altLang="en-US" sz="794" b="0" kern="120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defRPr>
            </a:lvl1pPr>
          </a:lstStyle>
          <a:p>
            <a:pPr>
              <a:defRPr/>
            </a:pPr>
            <a:r>
              <a:rPr lang="ko-KR" altLang="en-US">
                <a:ln>
                  <a:solidFill>
                    <a:prstClr val="white">
                      <a:alpha val="0"/>
                    </a:prstClr>
                  </a:solidFill>
                </a:ln>
              </a:rPr>
              <a:t>사내교육용</a:t>
            </a:r>
            <a:endParaRPr lang="ko-KR" altLang="en-US" dirty="0">
              <a:ln>
                <a:solidFill>
                  <a:prstClr val="white">
                    <a:alpha val="0"/>
                  </a:prst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58816341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1030" y="364450"/>
            <a:ext cx="8543943" cy="1326232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6F8EBF-0EDC-4EDF-A7F9-44AE75FD6F84}" type="slidenum">
              <a:rPr lang="en-US" altLang="ko-KR" smtClean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US" altLang="ko-KR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prstClr val="white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3BA588A-402F-F452-DE18-35CFD9DC7E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" t="-168" r="-8" b="27278"/>
          <a:stretch/>
        </p:blipFill>
        <p:spPr>
          <a:xfrm>
            <a:off x="0" y="-9767"/>
            <a:ext cx="9906000" cy="6867767"/>
          </a:xfrm>
          <a:prstGeom prst="rect">
            <a:avLst/>
          </a:prstGeom>
        </p:spPr>
      </p:pic>
      <p:sp>
        <p:nvSpPr>
          <p:cNvPr id="5" name="직사각형 4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87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9193265-8A24-EAC9-5E68-2426BB0498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9395" y="204691"/>
            <a:ext cx="2064429" cy="33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45508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4F56D5CA-6975-4D40-AF6A-6034B5AFE68A}"/>
              </a:ext>
            </a:extLst>
          </p:cNvPr>
          <p:cNvSpPr/>
          <p:nvPr userDrawn="1"/>
        </p:nvSpPr>
        <p:spPr>
          <a:xfrm flipV="1">
            <a:off x="5" y="856812"/>
            <a:ext cx="9911043" cy="48293"/>
          </a:xfrm>
          <a:prstGeom prst="rect">
            <a:avLst/>
          </a:prstGeom>
          <a:gradFill flip="none" rotWithShape="1">
            <a:gsLst>
              <a:gs pos="0">
                <a:srgbClr val="0C55B6"/>
              </a:gs>
              <a:gs pos="18000">
                <a:srgbClr val="0094D5"/>
              </a:gs>
              <a:gs pos="100000">
                <a:srgbClr val="00C7B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032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61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21917510-84C9-4EF8-9EE3-1C1A27D103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1291" y="453753"/>
            <a:ext cx="1794934" cy="200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643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.png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1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22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6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6" Type="http://schemas.openxmlformats.org/officeDocument/2006/relationships/theme" Target="../theme/theme9.xml"/><Relationship Id="rId5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1">
            <a:extLst>
              <a:ext uri="{FF2B5EF4-FFF2-40B4-BE49-F238E27FC236}">
                <a16:creationId xmlns:a16="http://schemas.microsoft.com/office/drawing/2014/main" id="{11CA0012-BEE7-8953-B48F-376C84C6A7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grayscl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25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67" b="43750"/>
          <a:stretch/>
        </p:blipFill>
        <p:spPr bwMode="auto">
          <a:xfrm>
            <a:off x="-1" y="0"/>
            <a:ext cx="9906001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7F93AA4-2635-20BA-87F6-1707EC695433}"/>
              </a:ext>
            </a:extLst>
          </p:cNvPr>
          <p:cNvSpPr txBox="1"/>
          <p:nvPr userDrawn="1"/>
        </p:nvSpPr>
        <p:spPr>
          <a:xfrm>
            <a:off x="137584" y="6619639"/>
            <a:ext cx="7155955" cy="155150"/>
          </a:xfrm>
          <a:prstGeom prst="rect">
            <a:avLst/>
          </a:prstGeom>
          <a:noFill/>
          <a:ln w="6350">
            <a:solidFill>
              <a:schemeClr val="bg1"/>
            </a:solidFill>
          </a:ln>
        </p:spPr>
        <p:txBody>
          <a:bodyPr wrap="none" lIns="71035" tIns="35518" rIns="71035" bIns="35518" rtlCol="0" anchor="ctr">
            <a:spAutoFit/>
          </a:bodyPr>
          <a:lstStyle/>
          <a:p>
            <a:pPr defTabSz="451045" latinLnBrk="0">
              <a:spcAft>
                <a:spcPts val="100"/>
              </a:spcAft>
              <a:defRPr/>
            </a:pPr>
            <a:r>
              <a:rPr lang="ko-KR" altLang="en-US" sz="542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FF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 자료는 사내 교육</a:t>
            </a:r>
            <a:r>
              <a:rPr lang="en-US" altLang="ko-KR" sz="542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FF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542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FF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회의</a:t>
            </a:r>
            <a:r>
              <a:rPr lang="en-US" altLang="ko-KR" sz="542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FF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542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FF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용 자료</a:t>
            </a:r>
            <a:r>
              <a:rPr lang="ko-KR" altLang="en-US" sz="542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로서 외부유출 금지 및 고객에게 설명</a:t>
            </a:r>
            <a:r>
              <a:rPr lang="en-US" altLang="ko-KR" sz="542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542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교부</a:t>
            </a:r>
            <a:r>
              <a:rPr lang="en-US" altLang="ko-KR" sz="542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542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배포</a:t>
            </a:r>
            <a:r>
              <a:rPr lang="en-US" altLang="ko-KR" sz="542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542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전송 또는 온라인 게시 등 광고</a:t>
            </a:r>
            <a:r>
              <a:rPr lang="en-US" altLang="ko-KR" sz="542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542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선전물로 활용이 금지되며</a:t>
            </a:r>
            <a:r>
              <a:rPr lang="en-US" altLang="ko-KR" sz="542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542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무단 전재</a:t>
            </a:r>
            <a:r>
              <a:rPr lang="en-US" altLang="ko-KR" sz="542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542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배포</a:t>
            </a:r>
            <a:r>
              <a:rPr lang="en-US" altLang="ko-KR" sz="542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542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변형을 금지합니다</a:t>
            </a:r>
            <a:r>
              <a:rPr lang="en-US" altLang="ko-KR" sz="542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542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이를 준수하지 않을 경우 </a:t>
            </a:r>
            <a:r>
              <a:rPr lang="ko-KR" altLang="en-US" sz="542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FF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금융소비자보호법에 따른 과태료부과 등 민</a:t>
            </a:r>
            <a:r>
              <a:rPr lang="en-US" altLang="ko-KR" sz="542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FF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542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FF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형사상의 책임을 물을 수 있습니다</a:t>
            </a:r>
            <a:r>
              <a:rPr lang="en-US" altLang="ko-KR" sz="542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FF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C5F2465-684C-755F-FC1A-014CD8F51461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587" y="6618601"/>
            <a:ext cx="1475827" cy="154320"/>
          </a:xfrm>
          <a:prstGeom prst="rect">
            <a:avLst/>
          </a:prstGeom>
        </p:spPr>
      </p:pic>
      <p:sp>
        <p:nvSpPr>
          <p:cNvPr id="22" name="슬라이드 번호 개체 틀 5">
            <a:extLst>
              <a:ext uri="{FF2B5EF4-FFF2-40B4-BE49-F238E27FC236}">
                <a16:creationId xmlns:a16="http://schemas.microsoft.com/office/drawing/2014/main" id="{6A94926A-A26C-7519-F8B6-26E27F0009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62090" y="6584332"/>
            <a:ext cx="343959" cy="274347"/>
          </a:xfrm>
          <a:prstGeom prst="rect">
            <a:avLst/>
          </a:prstGeom>
        </p:spPr>
        <p:txBody>
          <a:bodyPr vert="horz" lIns="0" tIns="0" rIns="98355" bIns="65571" rtlCol="0" anchor="ctr"/>
          <a:lstStyle>
            <a:lvl1pPr marL="0" algn="r" defTabSz="793888" rtl="0" eaLnBrk="1" latinLnBrk="1" hangingPunct="1">
              <a:defRPr lang="ko-KR" altLang="en-US" sz="866" b="1" kern="1200" spc="-79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fld id="{D76F8EBF-0EDC-4EDF-A7F9-44AE75FD6F84}" type="slidenum">
              <a:rPr lang="en-US" altLang="ko-KR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</a:rPr>
              <a:pPr/>
              <a:t>‹#›</a:t>
            </a:fld>
            <a:endParaRPr lang="en-US" altLang="ko-KR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0795DED-FD73-8719-C45E-24B550460B63}"/>
              </a:ext>
            </a:extLst>
          </p:cNvPr>
          <p:cNvSpPr/>
          <p:nvPr userDrawn="1"/>
        </p:nvSpPr>
        <p:spPr>
          <a:xfrm>
            <a:off x="8980515" y="110832"/>
            <a:ext cx="753555" cy="198765"/>
          </a:xfrm>
          <a:prstGeom prst="rect">
            <a:avLst/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defTabSz="451045" latinLnBrk="0">
              <a:defRPr/>
            </a:pPr>
            <a:r>
              <a:rPr lang="ko-KR" altLang="en-US" sz="866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사내교육용</a:t>
            </a:r>
          </a:p>
        </p:txBody>
      </p:sp>
    </p:spTree>
    <p:extLst>
      <p:ext uri="{BB962C8B-B14F-4D97-AF65-F5344CB8AC3E}">
        <p14:creationId xmlns:p14="http://schemas.microsoft.com/office/powerpoint/2010/main" val="2707670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</p:sldLayoutIdLst>
  <p:txStyles>
    <p:titleStyle>
      <a:lvl1pPr algn="l" defTabSz="902093" rtl="0" eaLnBrk="1" latinLnBrk="1" hangingPunct="1">
        <a:lnSpc>
          <a:spcPct val="90000"/>
        </a:lnSpc>
        <a:spcBef>
          <a:spcPct val="0"/>
        </a:spcBef>
        <a:buNone/>
        <a:defRPr sz="43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5524" indent="-225524" algn="l" defTabSz="902093" rtl="0" eaLnBrk="1" latinLnBrk="1" hangingPunct="1">
        <a:lnSpc>
          <a:spcPct val="90000"/>
        </a:lnSpc>
        <a:spcBef>
          <a:spcPts val="986"/>
        </a:spcBef>
        <a:buFont typeface="Arial" panose="020B0604020202020204" pitchFamily="34" charset="0"/>
        <a:buChar char="•"/>
        <a:defRPr sz="2817" kern="1200">
          <a:solidFill>
            <a:schemeClr val="tx1"/>
          </a:solidFill>
          <a:latin typeface="+mn-lt"/>
          <a:ea typeface="+mn-ea"/>
          <a:cs typeface="+mn-cs"/>
        </a:defRPr>
      </a:lvl1pPr>
      <a:lvl2pPr marL="676571" indent="-225524" algn="l" defTabSz="902093" rtl="0" eaLnBrk="1" latinLnBrk="1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2383" kern="1200">
          <a:solidFill>
            <a:schemeClr val="tx1"/>
          </a:solidFill>
          <a:latin typeface="+mn-lt"/>
          <a:ea typeface="+mn-ea"/>
          <a:cs typeface="+mn-cs"/>
        </a:defRPr>
      </a:lvl2pPr>
      <a:lvl3pPr marL="1127616" indent="-225524" algn="l" defTabSz="902093" rtl="0" eaLnBrk="1" latinLnBrk="1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578662" indent="-225524" algn="l" defTabSz="902093" rtl="0" eaLnBrk="1" latinLnBrk="1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733" kern="1200">
          <a:solidFill>
            <a:schemeClr val="tx1"/>
          </a:solidFill>
          <a:latin typeface="+mn-lt"/>
          <a:ea typeface="+mn-ea"/>
          <a:cs typeface="+mn-cs"/>
        </a:defRPr>
      </a:lvl4pPr>
      <a:lvl5pPr marL="2029709" indent="-225524" algn="l" defTabSz="902093" rtl="0" eaLnBrk="1" latinLnBrk="1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733" kern="1200">
          <a:solidFill>
            <a:schemeClr val="tx1"/>
          </a:solidFill>
          <a:latin typeface="+mn-lt"/>
          <a:ea typeface="+mn-ea"/>
          <a:cs typeface="+mn-cs"/>
        </a:defRPr>
      </a:lvl5pPr>
      <a:lvl6pPr marL="2480756" indent="-225524" algn="l" defTabSz="902093" rtl="0" eaLnBrk="1" latinLnBrk="1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733" kern="1200">
          <a:solidFill>
            <a:schemeClr val="tx1"/>
          </a:solidFill>
          <a:latin typeface="+mn-lt"/>
          <a:ea typeface="+mn-ea"/>
          <a:cs typeface="+mn-cs"/>
        </a:defRPr>
      </a:lvl6pPr>
      <a:lvl7pPr marL="2931801" indent="-225524" algn="l" defTabSz="902093" rtl="0" eaLnBrk="1" latinLnBrk="1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733" kern="1200">
          <a:solidFill>
            <a:schemeClr val="tx1"/>
          </a:solidFill>
          <a:latin typeface="+mn-lt"/>
          <a:ea typeface="+mn-ea"/>
          <a:cs typeface="+mn-cs"/>
        </a:defRPr>
      </a:lvl7pPr>
      <a:lvl8pPr marL="3382847" indent="-225524" algn="l" defTabSz="902093" rtl="0" eaLnBrk="1" latinLnBrk="1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733" kern="1200">
          <a:solidFill>
            <a:schemeClr val="tx1"/>
          </a:solidFill>
          <a:latin typeface="+mn-lt"/>
          <a:ea typeface="+mn-ea"/>
          <a:cs typeface="+mn-cs"/>
        </a:defRPr>
      </a:lvl8pPr>
      <a:lvl9pPr marL="3833894" indent="-225524" algn="l" defTabSz="902093" rtl="0" eaLnBrk="1" latinLnBrk="1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02093" rtl="0" eaLnBrk="1" latinLnBrk="1" hangingPunct="1">
        <a:defRPr sz="1733" kern="1200">
          <a:solidFill>
            <a:schemeClr val="tx1"/>
          </a:solidFill>
          <a:latin typeface="+mn-lt"/>
          <a:ea typeface="+mn-ea"/>
          <a:cs typeface="+mn-cs"/>
        </a:defRPr>
      </a:lvl1pPr>
      <a:lvl2pPr marL="451045" algn="l" defTabSz="902093" rtl="0" eaLnBrk="1" latinLnBrk="1" hangingPunct="1">
        <a:defRPr sz="1733" kern="1200">
          <a:solidFill>
            <a:schemeClr val="tx1"/>
          </a:solidFill>
          <a:latin typeface="+mn-lt"/>
          <a:ea typeface="+mn-ea"/>
          <a:cs typeface="+mn-cs"/>
        </a:defRPr>
      </a:lvl2pPr>
      <a:lvl3pPr marL="902093" algn="l" defTabSz="902093" rtl="0" eaLnBrk="1" latinLnBrk="1" hangingPunct="1">
        <a:defRPr sz="1733" kern="1200">
          <a:solidFill>
            <a:schemeClr val="tx1"/>
          </a:solidFill>
          <a:latin typeface="+mn-lt"/>
          <a:ea typeface="+mn-ea"/>
          <a:cs typeface="+mn-cs"/>
        </a:defRPr>
      </a:lvl3pPr>
      <a:lvl4pPr marL="1353137" algn="l" defTabSz="902093" rtl="0" eaLnBrk="1" latinLnBrk="1" hangingPunct="1">
        <a:defRPr sz="1733" kern="1200">
          <a:solidFill>
            <a:schemeClr val="tx1"/>
          </a:solidFill>
          <a:latin typeface="+mn-lt"/>
          <a:ea typeface="+mn-ea"/>
          <a:cs typeface="+mn-cs"/>
        </a:defRPr>
      </a:lvl4pPr>
      <a:lvl5pPr marL="1804184" algn="l" defTabSz="902093" rtl="0" eaLnBrk="1" latinLnBrk="1" hangingPunct="1">
        <a:defRPr sz="1733" kern="1200">
          <a:solidFill>
            <a:schemeClr val="tx1"/>
          </a:solidFill>
          <a:latin typeface="+mn-lt"/>
          <a:ea typeface="+mn-ea"/>
          <a:cs typeface="+mn-cs"/>
        </a:defRPr>
      </a:lvl5pPr>
      <a:lvl6pPr marL="2255232" algn="l" defTabSz="902093" rtl="0" eaLnBrk="1" latinLnBrk="1" hangingPunct="1">
        <a:defRPr sz="1733" kern="1200">
          <a:solidFill>
            <a:schemeClr val="tx1"/>
          </a:solidFill>
          <a:latin typeface="+mn-lt"/>
          <a:ea typeface="+mn-ea"/>
          <a:cs typeface="+mn-cs"/>
        </a:defRPr>
      </a:lvl6pPr>
      <a:lvl7pPr marL="2706279" algn="l" defTabSz="902093" rtl="0" eaLnBrk="1" latinLnBrk="1" hangingPunct="1">
        <a:defRPr sz="1733" kern="1200">
          <a:solidFill>
            <a:schemeClr val="tx1"/>
          </a:solidFill>
          <a:latin typeface="+mn-lt"/>
          <a:ea typeface="+mn-ea"/>
          <a:cs typeface="+mn-cs"/>
        </a:defRPr>
      </a:lvl7pPr>
      <a:lvl8pPr marL="3157322" algn="l" defTabSz="902093" rtl="0" eaLnBrk="1" latinLnBrk="1" hangingPunct="1">
        <a:defRPr sz="1733" kern="1200">
          <a:solidFill>
            <a:schemeClr val="tx1"/>
          </a:solidFill>
          <a:latin typeface="+mn-lt"/>
          <a:ea typeface="+mn-ea"/>
          <a:cs typeface="+mn-cs"/>
        </a:defRPr>
      </a:lvl8pPr>
      <a:lvl9pPr marL="3608370" algn="l" defTabSz="902093" rtl="0" eaLnBrk="1" latinLnBrk="1" hangingPunct="1">
        <a:defRPr sz="17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1">
            <a:extLst>
              <a:ext uri="{FF2B5EF4-FFF2-40B4-BE49-F238E27FC236}">
                <a16:creationId xmlns:a16="http://schemas.microsoft.com/office/drawing/2014/main" id="{11CA0012-BEE7-8953-B48F-376C84C6A7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grayscl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25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67" b="43750"/>
          <a:stretch/>
        </p:blipFill>
        <p:spPr bwMode="auto">
          <a:xfrm>
            <a:off x="-1" y="0"/>
            <a:ext cx="9906001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7F93AA4-2635-20BA-87F6-1707EC695433}"/>
              </a:ext>
            </a:extLst>
          </p:cNvPr>
          <p:cNvSpPr txBox="1"/>
          <p:nvPr userDrawn="1"/>
        </p:nvSpPr>
        <p:spPr>
          <a:xfrm>
            <a:off x="137591" y="6619645"/>
            <a:ext cx="7155973" cy="155157"/>
          </a:xfrm>
          <a:prstGeom prst="rect">
            <a:avLst/>
          </a:prstGeom>
          <a:noFill/>
          <a:ln w="6350">
            <a:solidFill>
              <a:schemeClr val="bg1"/>
            </a:solidFill>
          </a:ln>
        </p:spPr>
        <p:txBody>
          <a:bodyPr wrap="none" lIns="71044" tIns="35521" rIns="71044" bIns="35521" rtlCol="0" anchor="ctr">
            <a:spAutoFit/>
          </a:bodyPr>
          <a:lstStyle/>
          <a:p>
            <a:pPr defTabSz="451098" latinLnBrk="0">
              <a:spcAft>
                <a:spcPts val="99"/>
              </a:spcAft>
              <a:defRPr/>
            </a:pPr>
            <a:r>
              <a:rPr lang="ko-KR" altLang="en-US" sz="542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FF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 자료는 사내 교육</a:t>
            </a:r>
            <a:r>
              <a:rPr lang="en-US" altLang="ko-KR" sz="542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FF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542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FF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회의</a:t>
            </a:r>
            <a:r>
              <a:rPr lang="en-US" altLang="ko-KR" sz="542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FF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542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FF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용 자료</a:t>
            </a:r>
            <a:r>
              <a:rPr lang="ko-KR" altLang="en-US" sz="542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로서 외부유출 금지 및 고객에게 설명</a:t>
            </a:r>
            <a:r>
              <a:rPr lang="en-US" altLang="ko-KR" sz="542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542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교부</a:t>
            </a:r>
            <a:r>
              <a:rPr lang="en-US" altLang="ko-KR" sz="542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542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배포</a:t>
            </a:r>
            <a:r>
              <a:rPr lang="en-US" altLang="ko-KR" sz="542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542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전송 또는 온라인 게시 등 광고</a:t>
            </a:r>
            <a:r>
              <a:rPr lang="en-US" altLang="ko-KR" sz="542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542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선전물로 활용이 금지되며</a:t>
            </a:r>
            <a:r>
              <a:rPr lang="en-US" altLang="ko-KR" sz="542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542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무단 전재</a:t>
            </a:r>
            <a:r>
              <a:rPr lang="en-US" altLang="ko-KR" sz="542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542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배포</a:t>
            </a:r>
            <a:r>
              <a:rPr lang="en-US" altLang="ko-KR" sz="542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542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변형을 금지합니다</a:t>
            </a:r>
            <a:r>
              <a:rPr lang="en-US" altLang="ko-KR" sz="542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542" b="1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이를 준수하지 않을 경우 </a:t>
            </a:r>
            <a:r>
              <a:rPr lang="ko-KR" altLang="en-US" sz="542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FF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금융소비자보호법에 따른 과태료부과 등 민</a:t>
            </a:r>
            <a:r>
              <a:rPr lang="en-US" altLang="ko-KR" sz="542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FF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542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FF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형사상의 책임을 물을 수 있습니다</a:t>
            </a:r>
            <a:r>
              <a:rPr lang="en-US" altLang="ko-KR" sz="542" b="1" u="sng" spc="-6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FF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C5F2465-684C-755F-FC1A-014CD8F51461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587" y="6618601"/>
            <a:ext cx="1475827" cy="154320"/>
          </a:xfrm>
          <a:prstGeom prst="rect">
            <a:avLst/>
          </a:prstGeom>
        </p:spPr>
      </p:pic>
      <p:sp>
        <p:nvSpPr>
          <p:cNvPr id="22" name="슬라이드 번호 개체 틀 5">
            <a:extLst>
              <a:ext uri="{FF2B5EF4-FFF2-40B4-BE49-F238E27FC236}">
                <a16:creationId xmlns:a16="http://schemas.microsoft.com/office/drawing/2014/main" id="{6A94926A-A26C-7519-F8B6-26E27F0009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62089" y="6584308"/>
            <a:ext cx="343959" cy="274346"/>
          </a:xfrm>
          <a:prstGeom prst="rect">
            <a:avLst/>
          </a:prstGeom>
        </p:spPr>
        <p:txBody>
          <a:bodyPr vert="horz" lIns="0" tIns="0" rIns="98366" bIns="65578" rtlCol="0" anchor="ctr"/>
          <a:lstStyle>
            <a:lvl1pPr marL="0" algn="r" defTabSz="793977" rtl="0" eaLnBrk="1" latinLnBrk="1" hangingPunct="1">
              <a:defRPr lang="ko-KR" altLang="en-US" sz="866" b="1" kern="1200" spc="-79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>
              <a:defRPr/>
            </a:pPr>
            <a:fld id="{D76F8EBF-0EDC-4EDF-A7F9-44AE75FD6F84}" type="slidenum">
              <a:rPr lang="en-US" altLang="ko-KR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US" altLang="ko-KR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0795DED-FD73-8719-C45E-24B550460B63}"/>
              </a:ext>
            </a:extLst>
          </p:cNvPr>
          <p:cNvSpPr/>
          <p:nvPr userDrawn="1"/>
        </p:nvSpPr>
        <p:spPr>
          <a:xfrm>
            <a:off x="8980512" y="110830"/>
            <a:ext cx="753555" cy="198765"/>
          </a:xfrm>
          <a:prstGeom prst="rect">
            <a:avLst/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defTabSz="451098" latinLnBrk="0">
              <a:defRPr/>
            </a:pPr>
            <a:r>
              <a:rPr lang="ko-KR" altLang="en-US" sz="866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사내교육용</a:t>
            </a:r>
          </a:p>
        </p:txBody>
      </p:sp>
    </p:spTree>
    <p:extLst>
      <p:ext uri="{BB962C8B-B14F-4D97-AF65-F5344CB8AC3E}">
        <p14:creationId xmlns:p14="http://schemas.microsoft.com/office/powerpoint/2010/main" val="937277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</p:sldLayoutIdLst>
  <p:txStyles>
    <p:titleStyle>
      <a:lvl1pPr algn="l" defTabSz="902196" rtl="0" eaLnBrk="1" latinLnBrk="1" hangingPunct="1">
        <a:lnSpc>
          <a:spcPct val="90000"/>
        </a:lnSpc>
        <a:spcBef>
          <a:spcPct val="0"/>
        </a:spcBef>
        <a:buNone/>
        <a:defRPr sz="43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5550" indent="-225550" algn="l" defTabSz="902196" rtl="0" eaLnBrk="1" latinLnBrk="1" hangingPunct="1">
        <a:lnSpc>
          <a:spcPct val="90000"/>
        </a:lnSpc>
        <a:spcBef>
          <a:spcPts val="987"/>
        </a:spcBef>
        <a:buFont typeface="Arial" panose="020B0604020202020204" pitchFamily="34" charset="0"/>
        <a:buChar char="•"/>
        <a:defRPr sz="2817" kern="1200">
          <a:solidFill>
            <a:schemeClr val="tx1"/>
          </a:solidFill>
          <a:latin typeface="+mn-lt"/>
          <a:ea typeface="+mn-ea"/>
          <a:cs typeface="+mn-cs"/>
        </a:defRPr>
      </a:lvl1pPr>
      <a:lvl2pPr marL="676647" indent="-225550" algn="l" defTabSz="902196" rtl="0" eaLnBrk="1" latinLnBrk="1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2383" kern="1200">
          <a:solidFill>
            <a:schemeClr val="tx1"/>
          </a:solidFill>
          <a:latin typeface="+mn-lt"/>
          <a:ea typeface="+mn-ea"/>
          <a:cs typeface="+mn-cs"/>
        </a:defRPr>
      </a:lvl2pPr>
      <a:lvl3pPr marL="1127743" indent="-225550" algn="l" defTabSz="902196" rtl="0" eaLnBrk="1" latinLnBrk="1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578840" indent="-225550" algn="l" defTabSz="902196" rtl="0" eaLnBrk="1" latinLnBrk="1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733" kern="1200">
          <a:solidFill>
            <a:schemeClr val="tx1"/>
          </a:solidFill>
          <a:latin typeface="+mn-lt"/>
          <a:ea typeface="+mn-ea"/>
          <a:cs typeface="+mn-cs"/>
        </a:defRPr>
      </a:lvl4pPr>
      <a:lvl5pPr marL="2029940" indent="-225550" algn="l" defTabSz="902196" rtl="0" eaLnBrk="1" latinLnBrk="1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733" kern="1200">
          <a:solidFill>
            <a:schemeClr val="tx1"/>
          </a:solidFill>
          <a:latin typeface="+mn-lt"/>
          <a:ea typeface="+mn-ea"/>
          <a:cs typeface="+mn-cs"/>
        </a:defRPr>
      </a:lvl5pPr>
      <a:lvl6pPr marL="2481038" indent="-225550" algn="l" defTabSz="902196" rtl="0" eaLnBrk="1" latinLnBrk="1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733" kern="1200">
          <a:solidFill>
            <a:schemeClr val="tx1"/>
          </a:solidFill>
          <a:latin typeface="+mn-lt"/>
          <a:ea typeface="+mn-ea"/>
          <a:cs typeface="+mn-cs"/>
        </a:defRPr>
      </a:lvl6pPr>
      <a:lvl7pPr marL="2932135" indent="-225550" algn="l" defTabSz="902196" rtl="0" eaLnBrk="1" latinLnBrk="1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733" kern="1200">
          <a:solidFill>
            <a:schemeClr val="tx1"/>
          </a:solidFill>
          <a:latin typeface="+mn-lt"/>
          <a:ea typeface="+mn-ea"/>
          <a:cs typeface="+mn-cs"/>
        </a:defRPr>
      </a:lvl7pPr>
      <a:lvl8pPr marL="3383230" indent="-225550" algn="l" defTabSz="902196" rtl="0" eaLnBrk="1" latinLnBrk="1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733" kern="1200">
          <a:solidFill>
            <a:schemeClr val="tx1"/>
          </a:solidFill>
          <a:latin typeface="+mn-lt"/>
          <a:ea typeface="+mn-ea"/>
          <a:cs typeface="+mn-cs"/>
        </a:defRPr>
      </a:lvl8pPr>
      <a:lvl9pPr marL="3834331" indent="-225550" algn="l" defTabSz="902196" rtl="0" eaLnBrk="1" latinLnBrk="1" hangingPunct="1">
        <a:lnSpc>
          <a:spcPct val="90000"/>
        </a:lnSpc>
        <a:spcBef>
          <a:spcPts val="493"/>
        </a:spcBef>
        <a:buFont typeface="Arial" panose="020B0604020202020204" pitchFamily="34" charset="0"/>
        <a:buChar char="•"/>
        <a:defRPr sz="1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02196" rtl="0" eaLnBrk="1" latinLnBrk="1" hangingPunct="1">
        <a:defRPr sz="1733" kern="1200">
          <a:solidFill>
            <a:schemeClr val="tx1"/>
          </a:solidFill>
          <a:latin typeface="+mn-lt"/>
          <a:ea typeface="+mn-ea"/>
          <a:cs typeface="+mn-cs"/>
        </a:defRPr>
      </a:lvl1pPr>
      <a:lvl2pPr marL="451098" algn="l" defTabSz="902196" rtl="0" eaLnBrk="1" latinLnBrk="1" hangingPunct="1">
        <a:defRPr sz="1733" kern="1200">
          <a:solidFill>
            <a:schemeClr val="tx1"/>
          </a:solidFill>
          <a:latin typeface="+mn-lt"/>
          <a:ea typeface="+mn-ea"/>
          <a:cs typeface="+mn-cs"/>
        </a:defRPr>
      </a:lvl2pPr>
      <a:lvl3pPr marL="902196" algn="l" defTabSz="902196" rtl="0" eaLnBrk="1" latinLnBrk="1" hangingPunct="1">
        <a:defRPr sz="1733" kern="1200">
          <a:solidFill>
            <a:schemeClr val="tx1"/>
          </a:solidFill>
          <a:latin typeface="+mn-lt"/>
          <a:ea typeface="+mn-ea"/>
          <a:cs typeface="+mn-cs"/>
        </a:defRPr>
      </a:lvl3pPr>
      <a:lvl4pPr marL="1353292" algn="l" defTabSz="902196" rtl="0" eaLnBrk="1" latinLnBrk="1" hangingPunct="1">
        <a:defRPr sz="1733" kern="1200">
          <a:solidFill>
            <a:schemeClr val="tx1"/>
          </a:solidFill>
          <a:latin typeface="+mn-lt"/>
          <a:ea typeface="+mn-ea"/>
          <a:cs typeface="+mn-cs"/>
        </a:defRPr>
      </a:lvl4pPr>
      <a:lvl5pPr marL="1804390" algn="l" defTabSz="902196" rtl="0" eaLnBrk="1" latinLnBrk="1" hangingPunct="1">
        <a:defRPr sz="1733" kern="1200">
          <a:solidFill>
            <a:schemeClr val="tx1"/>
          </a:solidFill>
          <a:latin typeface="+mn-lt"/>
          <a:ea typeface="+mn-ea"/>
          <a:cs typeface="+mn-cs"/>
        </a:defRPr>
      </a:lvl5pPr>
      <a:lvl6pPr marL="2255488" algn="l" defTabSz="902196" rtl="0" eaLnBrk="1" latinLnBrk="1" hangingPunct="1">
        <a:defRPr sz="1733" kern="1200">
          <a:solidFill>
            <a:schemeClr val="tx1"/>
          </a:solidFill>
          <a:latin typeface="+mn-lt"/>
          <a:ea typeface="+mn-ea"/>
          <a:cs typeface="+mn-cs"/>
        </a:defRPr>
      </a:lvl6pPr>
      <a:lvl7pPr marL="2706587" algn="l" defTabSz="902196" rtl="0" eaLnBrk="1" latinLnBrk="1" hangingPunct="1">
        <a:defRPr sz="1733" kern="1200">
          <a:solidFill>
            <a:schemeClr val="tx1"/>
          </a:solidFill>
          <a:latin typeface="+mn-lt"/>
          <a:ea typeface="+mn-ea"/>
          <a:cs typeface="+mn-cs"/>
        </a:defRPr>
      </a:lvl7pPr>
      <a:lvl8pPr marL="3157683" algn="l" defTabSz="902196" rtl="0" eaLnBrk="1" latinLnBrk="1" hangingPunct="1">
        <a:defRPr sz="1733" kern="1200">
          <a:solidFill>
            <a:schemeClr val="tx1"/>
          </a:solidFill>
          <a:latin typeface="+mn-lt"/>
          <a:ea typeface="+mn-ea"/>
          <a:cs typeface="+mn-cs"/>
        </a:defRPr>
      </a:lvl8pPr>
      <a:lvl9pPr marL="3608780" algn="l" defTabSz="902196" rtl="0" eaLnBrk="1" latinLnBrk="1" hangingPunct="1">
        <a:defRPr sz="17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1">
            <a:extLst>
              <a:ext uri="{FF2B5EF4-FFF2-40B4-BE49-F238E27FC236}">
                <a16:creationId xmlns:a16="http://schemas.microsoft.com/office/drawing/2014/main" id="{11CA0012-BEE7-8953-B48F-376C84C6A7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grayscl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25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67" b="43750"/>
          <a:stretch/>
        </p:blipFill>
        <p:spPr bwMode="auto">
          <a:xfrm>
            <a:off x="-1" y="0"/>
            <a:ext cx="9906001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7F93AA4-2635-20BA-87F6-1707EC695433}"/>
              </a:ext>
            </a:extLst>
          </p:cNvPr>
          <p:cNvSpPr txBox="1"/>
          <p:nvPr userDrawn="1"/>
        </p:nvSpPr>
        <p:spPr>
          <a:xfrm>
            <a:off x="137588" y="6618404"/>
            <a:ext cx="7402967" cy="157629"/>
          </a:xfrm>
          <a:prstGeom prst="rect">
            <a:avLst/>
          </a:prstGeom>
          <a:noFill/>
          <a:ln w="6350">
            <a:solidFill>
              <a:schemeClr val="bg1"/>
            </a:solidFill>
          </a:ln>
        </p:spPr>
        <p:txBody>
          <a:bodyPr wrap="none" lIns="68792" tIns="34396" rIns="68792" bIns="34396" rtlCol="0" anchor="ctr">
            <a:spAutoFit/>
          </a:bodyPr>
          <a:lstStyle/>
          <a:p>
            <a:pPr marL="0" marR="0" lvl="0" indent="0" algn="l" defTabSz="990559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95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73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본 자료는 사내 교육</a:t>
            </a:r>
            <a:r>
              <a:rPr kumimoji="0" lang="en-US" altLang="ko-KR" sz="573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(</a:t>
            </a:r>
            <a:r>
              <a:rPr kumimoji="0" lang="ko-KR" altLang="en-US" sz="573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회의</a:t>
            </a:r>
            <a:r>
              <a:rPr kumimoji="0" lang="en-US" altLang="ko-KR" sz="573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)</a:t>
            </a:r>
            <a:r>
              <a:rPr kumimoji="0" lang="ko-KR" altLang="en-US" sz="573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용 자료</a:t>
            </a:r>
            <a:r>
              <a:rPr kumimoji="0" lang="ko-KR" altLang="en-US" sz="573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로서 외부유출 금지 및 고객에게 설명</a:t>
            </a:r>
            <a:r>
              <a:rPr kumimoji="0" lang="en-US" altLang="ko-KR" sz="573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,</a:t>
            </a:r>
            <a:r>
              <a:rPr kumimoji="0" lang="ko-KR" altLang="en-US" sz="573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 교부</a:t>
            </a:r>
            <a:r>
              <a:rPr kumimoji="0" lang="en-US" altLang="ko-KR" sz="573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, </a:t>
            </a:r>
            <a:r>
              <a:rPr kumimoji="0" lang="ko-KR" altLang="en-US" sz="573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배포</a:t>
            </a:r>
            <a:r>
              <a:rPr kumimoji="0" lang="en-US" altLang="ko-KR" sz="573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, </a:t>
            </a:r>
            <a:r>
              <a:rPr kumimoji="0" lang="ko-KR" altLang="en-US" sz="573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전송 또는 온라인 게시 등 광고</a:t>
            </a:r>
            <a:r>
              <a:rPr kumimoji="0" lang="en-US" altLang="ko-KR" sz="573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·</a:t>
            </a:r>
            <a:r>
              <a:rPr kumimoji="0" lang="ko-KR" altLang="en-US" sz="573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선전물로 활용이 금지되며</a:t>
            </a:r>
            <a:r>
              <a:rPr kumimoji="0" lang="en-US" altLang="ko-KR" sz="573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, </a:t>
            </a:r>
            <a:r>
              <a:rPr kumimoji="0" lang="ko-KR" altLang="en-US" sz="573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무단 전재</a:t>
            </a:r>
            <a:r>
              <a:rPr kumimoji="0" lang="en-US" altLang="ko-KR" sz="573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·</a:t>
            </a:r>
            <a:r>
              <a:rPr kumimoji="0" lang="ko-KR" altLang="en-US" sz="573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배포</a:t>
            </a:r>
            <a:r>
              <a:rPr kumimoji="0" lang="en-US" altLang="ko-KR" sz="573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·</a:t>
            </a:r>
            <a:r>
              <a:rPr kumimoji="0" lang="ko-KR" altLang="en-US" sz="573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변형을 금지합니다</a:t>
            </a:r>
            <a:r>
              <a:rPr kumimoji="0" lang="en-US" altLang="ko-KR" sz="573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. </a:t>
            </a:r>
            <a:r>
              <a:rPr kumimoji="0" lang="ko-KR" altLang="en-US" sz="573" b="1" i="0" u="none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이를 준수하지 않을 경우 </a:t>
            </a:r>
            <a:r>
              <a:rPr kumimoji="0" lang="ko-KR" altLang="en-US" sz="573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금융소비자보호법에 따른 과태료부과 등 민</a:t>
            </a:r>
            <a:r>
              <a:rPr kumimoji="0" lang="en-US" altLang="ko-KR" sz="573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·</a:t>
            </a:r>
            <a:r>
              <a:rPr kumimoji="0" lang="ko-KR" altLang="en-US" sz="573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형사상의 책임을 물을 수 있습니다</a:t>
            </a:r>
            <a:r>
              <a:rPr kumimoji="0" lang="en-US" altLang="ko-KR" sz="573" b="1" i="0" u="sng" strike="noStrike" kern="1200" cap="none" spc="-57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t>.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C5F2465-684C-755F-FC1A-014CD8F51461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586" y="6618601"/>
            <a:ext cx="1475827" cy="154320"/>
          </a:xfrm>
          <a:prstGeom prst="rect">
            <a:avLst/>
          </a:prstGeom>
        </p:spPr>
      </p:pic>
      <p:sp>
        <p:nvSpPr>
          <p:cNvPr id="22" name="슬라이드 번호 개체 틀 5">
            <a:extLst>
              <a:ext uri="{FF2B5EF4-FFF2-40B4-BE49-F238E27FC236}">
                <a16:creationId xmlns:a16="http://schemas.microsoft.com/office/drawing/2014/main" id="{6A94926A-A26C-7519-F8B6-26E27F0009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62083" y="6584308"/>
            <a:ext cx="343959" cy="274346"/>
          </a:xfrm>
          <a:prstGeom prst="rect">
            <a:avLst/>
          </a:prstGeom>
        </p:spPr>
        <p:txBody>
          <a:bodyPr vert="horz" lIns="0" tIns="0" rIns="108000" bIns="72000" rtlCol="0" anchor="ctr"/>
          <a:lstStyle>
            <a:lvl1pPr marL="0" algn="r" defTabSz="768789" rtl="0" eaLnBrk="1" latinLnBrk="1" hangingPunct="1">
              <a:defRPr lang="ko-KR" altLang="en-US" sz="860" b="1" kern="1200" spc="-77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>
              <a:defRPr/>
            </a:pPr>
            <a:fld id="{D76F8EBF-0EDC-4EDF-A7F9-44AE75FD6F84}" type="slidenum">
              <a:rPr lang="en-US" altLang="ko-KR" smtClean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US" altLang="ko-KR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0795DED-FD73-8719-C45E-24B550460B63}"/>
              </a:ext>
            </a:extLst>
          </p:cNvPr>
          <p:cNvSpPr/>
          <p:nvPr userDrawn="1"/>
        </p:nvSpPr>
        <p:spPr>
          <a:xfrm>
            <a:off x="8980507" y="110818"/>
            <a:ext cx="753555" cy="198765"/>
          </a:xfrm>
          <a:prstGeom prst="rect">
            <a:avLst/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43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6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사내교육용</a:t>
            </a:r>
          </a:p>
        </p:txBody>
      </p:sp>
    </p:spTree>
    <p:extLst>
      <p:ext uri="{BB962C8B-B14F-4D97-AF65-F5344CB8AC3E}">
        <p14:creationId xmlns:p14="http://schemas.microsoft.com/office/powerpoint/2010/main" val="2360679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</p:sldLayoutIdLst>
  <p:txStyles>
    <p:titleStyle>
      <a:lvl1pPr algn="l" defTabSz="873573" rtl="0" eaLnBrk="1" latinLnBrk="1" hangingPunct="1">
        <a:lnSpc>
          <a:spcPct val="90000"/>
        </a:lnSpc>
        <a:spcBef>
          <a:spcPct val="0"/>
        </a:spcBef>
        <a:buNone/>
        <a:defRPr sz="42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8393" indent="-218393" algn="l" defTabSz="873573" rtl="0" eaLnBrk="1" latinLnBrk="1" hangingPunct="1">
        <a:lnSpc>
          <a:spcPct val="90000"/>
        </a:lnSpc>
        <a:spcBef>
          <a:spcPts val="955"/>
        </a:spcBef>
        <a:buFont typeface="Arial" panose="020B0604020202020204" pitchFamily="34" charset="0"/>
        <a:buChar char="•"/>
        <a:defRPr sz="2675" kern="1200">
          <a:solidFill>
            <a:schemeClr val="tx1"/>
          </a:solidFill>
          <a:latin typeface="+mn-lt"/>
          <a:ea typeface="+mn-ea"/>
          <a:cs typeface="+mn-cs"/>
        </a:defRPr>
      </a:lvl1pPr>
      <a:lvl2pPr marL="655180" indent="-218393" algn="l" defTabSz="873573" rtl="0" eaLnBrk="1" latinLnBrk="1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2293" kern="1200">
          <a:solidFill>
            <a:schemeClr val="tx1"/>
          </a:solidFill>
          <a:latin typeface="+mn-lt"/>
          <a:ea typeface="+mn-ea"/>
          <a:cs typeface="+mn-cs"/>
        </a:defRPr>
      </a:lvl2pPr>
      <a:lvl3pPr marL="1091966" indent="-218393" algn="l" defTabSz="873573" rtl="0" eaLnBrk="1" latinLnBrk="1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911" kern="1200">
          <a:solidFill>
            <a:schemeClr val="tx1"/>
          </a:solidFill>
          <a:latin typeface="+mn-lt"/>
          <a:ea typeface="+mn-ea"/>
          <a:cs typeface="+mn-cs"/>
        </a:defRPr>
      </a:lvl3pPr>
      <a:lvl4pPr marL="1528752" indent="-218393" algn="l" defTabSz="873573" rtl="0" eaLnBrk="1" latinLnBrk="1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4pPr>
      <a:lvl5pPr marL="1965541" indent="-218393" algn="l" defTabSz="873573" rtl="0" eaLnBrk="1" latinLnBrk="1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5pPr>
      <a:lvl6pPr marL="2402327" indent="-218393" algn="l" defTabSz="873573" rtl="0" eaLnBrk="1" latinLnBrk="1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6pPr>
      <a:lvl7pPr marL="2839113" indent="-218393" algn="l" defTabSz="873573" rtl="0" eaLnBrk="1" latinLnBrk="1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7pPr>
      <a:lvl8pPr marL="3275900" indent="-218393" algn="l" defTabSz="873573" rtl="0" eaLnBrk="1" latinLnBrk="1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8pPr>
      <a:lvl9pPr marL="3712686" indent="-218393" algn="l" defTabSz="873573" rtl="0" eaLnBrk="1" latinLnBrk="1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73573" rtl="0" eaLnBrk="1" latinLnBrk="1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1pPr>
      <a:lvl2pPr marL="436788" algn="l" defTabSz="873573" rtl="0" eaLnBrk="1" latinLnBrk="1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2pPr>
      <a:lvl3pPr marL="873573" algn="l" defTabSz="873573" rtl="0" eaLnBrk="1" latinLnBrk="1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3pPr>
      <a:lvl4pPr marL="1310360" algn="l" defTabSz="873573" rtl="0" eaLnBrk="1" latinLnBrk="1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4pPr>
      <a:lvl5pPr marL="1747146" algn="l" defTabSz="873573" rtl="0" eaLnBrk="1" latinLnBrk="1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5pPr>
      <a:lvl6pPr marL="2183934" algn="l" defTabSz="873573" rtl="0" eaLnBrk="1" latinLnBrk="1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6pPr>
      <a:lvl7pPr marL="2620719" algn="l" defTabSz="873573" rtl="0" eaLnBrk="1" latinLnBrk="1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7pPr>
      <a:lvl8pPr marL="3057507" algn="l" defTabSz="873573" rtl="0" eaLnBrk="1" latinLnBrk="1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8pPr>
      <a:lvl9pPr marL="3494292" algn="l" defTabSz="873573" rtl="0" eaLnBrk="1" latinLnBrk="1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1"/>
            <a:ext cx="8915400" cy="909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2051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6"/>
            <a:ext cx="8915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7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3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23A1C210-3BE9-4B28-BDAE-0A7645B27D13}" type="datetimeFigureOut">
              <a:rPr lang="ko-KR" altLang="en-US"/>
              <a:pPr>
                <a:defRPr/>
              </a:pPr>
              <a:t>2026-08-10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7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3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7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3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6F2BCEB-BFA0-4B05-B83B-42E76C2150D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8119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8" r:id="rId2"/>
    <p:sldLayoutId id="2147483829" r:id="rId3"/>
    <p:sldLayoutId id="2147483830" r:id="rId4"/>
    <p:sldLayoutId id="2147483831" r:id="rId5"/>
    <p:sldLayoutId id="2147483832" r:id="rId6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4333" kern="1200">
          <a:solidFill>
            <a:schemeClr val="tx1"/>
          </a:solidFill>
          <a:latin typeface="HY견고딕" pitchFamily="18" charset="-127"/>
          <a:ea typeface="HY견고딕" pitchFamily="18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4333">
          <a:solidFill>
            <a:schemeClr val="tx1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4333">
          <a:solidFill>
            <a:schemeClr val="tx1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4333">
          <a:solidFill>
            <a:schemeClr val="tx1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4333">
          <a:solidFill>
            <a:schemeClr val="tx1"/>
          </a:solidFill>
          <a:latin typeface="HY견고딕" pitchFamily="18" charset="-127"/>
          <a:ea typeface="HY견고딕" pitchFamily="18" charset="-127"/>
        </a:defRPr>
      </a:lvl5pPr>
      <a:lvl6pPr marL="495285" algn="l" rtl="0" fontAlgn="base" latinLnBrk="1">
        <a:spcBef>
          <a:spcPct val="0"/>
        </a:spcBef>
        <a:spcAft>
          <a:spcPct val="0"/>
        </a:spcAft>
        <a:defRPr sz="4333">
          <a:solidFill>
            <a:schemeClr val="tx1"/>
          </a:solidFill>
          <a:latin typeface="HY견고딕" pitchFamily="18" charset="-127"/>
          <a:ea typeface="HY견고딕" pitchFamily="18" charset="-127"/>
        </a:defRPr>
      </a:lvl6pPr>
      <a:lvl7pPr marL="990570" algn="l" rtl="0" fontAlgn="base" latinLnBrk="1">
        <a:spcBef>
          <a:spcPct val="0"/>
        </a:spcBef>
        <a:spcAft>
          <a:spcPct val="0"/>
        </a:spcAft>
        <a:defRPr sz="4333">
          <a:solidFill>
            <a:schemeClr val="tx1"/>
          </a:solidFill>
          <a:latin typeface="HY견고딕" pitchFamily="18" charset="-127"/>
          <a:ea typeface="HY견고딕" pitchFamily="18" charset="-127"/>
        </a:defRPr>
      </a:lvl7pPr>
      <a:lvl8pPr marL="1485854" algn="l" rtl="0" fontAlgn="base" latinLnBrk="1">
        <a:spcBef>
          <a:spcPct val="0"/>
        </a:spcBef>
        <a:spcAft>
          <a:spcPct val="0"/>
        </a:spcAft>
        <a:defRPr sz="4333">
          <a:solidFill>
            <a:schemeClr val="tx1"/>
          </a:solidFill>
          <a:latin typeface="HY견고딕" pitchFamily="18" charset="-127"/>
          <a:ea typeface="HY견고딕" pitchFamily="18" charset="-127"/>
        </a:defRPr>
      </a:lvl8pPr>
      <a:lvl9pPr marL="1981139" algn="l" rtl="0" fontAlgn="base" latinLnBrk="1">
        <a:spcBef>
          <a:spcPct val="0"/>
        </a:spcBef>
        <a:spcAft>
          <a:spcPct val="0"/>
        </a:spcAft>
        <a:defRPr sz="4333">
          <a:solidFill>
            <a:schemeClr val="tx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71464" indent="-371464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1pPr>
      <a:lvl2pPr marL="804838" indent="-309553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3033" kern="1200">
          <a:solidFill>
            <a:schemeClr val="tx1"/>
          </a:solidFill>
          <a:latin typeface="+mn-lt"/>
          <a:ea typeface="+mn-ea"/>
          <a:cs typeface="+mn-cs"/>
        </a:defRPr>
      </a:lvl2pPr>
      <a:lvl3pPr marL="1238212" indent="-247642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33497" indent="-247642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167" kern="1200">
          <a:solidFill>
            <a:schemeClr val="tx1"/>
          </a:solidFill>
          <a:latin typeface="+mn-lt"/>
          <a:ea typeface="+mn-ea"/>
          <a:cs typeface="+mn-cs"/>
        </a:defRPr>
      </a:lvl4pPr>
      <a:lvl5pPr marL="2228781" indent="-247642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167" kern="1200">
          <a:solidFill>
            <a:schemeClr val="tx1"/>
          </a:solidFill>
          <a:latin typeface="+mn-lt"/>
          <a:ea typeface="+mn-ea"/>
          <a:cs typeface="+mn-cs"/>
        </a:defRPr>
      </a:lvl5pPr>
      <a:lvl6pPr marL="2724066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3219351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7pPr>
      <a:lvl8pPr marL="3714636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8pPr>
      <a:lvl9pPr marL="4209920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1">
            <a:extLst>
              <a:ext uri="{FF2B5EF4-FFF2-40B4-BE49-F238E27FC236}">
                <a16:creationId xmlns:a16="http://schemas.microsoft.com/office/drawing/2014/main" id="{11CA0012-BEE7-8953-B48F-376C84C6A7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7" b="43750"/>
          <a:stretch/>
        </p:blipFill>
        <p:spPr bwMode="auto">
          <a:xfrm>
            <a:off x="0" y="1"/>
            <a:ext cx="9914277" cy="686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슬라이드 번호 개체 틀 5">
            <a:extLst>
              <a:ext uri="{FF2B5EF4-FFF2-40B4-BE49-F238E27FC236}">
                <a16:creationId xmlns:a16="http://schemas.microsoft.com/office/drawing/2014/main" id="{6A94926A-A26C-7519-F8B6-26E27F0009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62077" y="6584308"/>
            <a:ext cx="343959" cy="274346"/>
          </a:xfrm>
          <a:prstGeom prst="rect">
            <a:avLst/>
          </a:prstGeom>
        </p:spPr>
        <p:txBody>
          <a:bodyPr vert="horz" lIns="0" tIns="0" rIns="108000" bIns="72000" rtlCol="0" anchor="ctr"/>
          <a:lstStyle>
            <a:lvl1pPr marL="0" algn="r" defTabSz="768797" rtl="0" eaLnBrk="1" latinLnBrk="1" hangingPunct="1">
              <a:defRPr lang="ko-KR" altLang="en-US" sz="860" b="1" kern="1200" spc="-77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>
              <a:defRPr/>
            </a:pPr>
            <a:fld id="{D76F8EBF-0EDC-4EDF-A7F9-44AE75FD6F84}" type="slidenum">
              <a:rPr lang="en-US" altLang="ko-KR" smtClean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US" altLang="ko-KR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9032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</p:sldLayoutIdLst>
  <p:txStyles>
    <p:titleStyle>
      <a:lvl1pPr algn="l" defTabSz="873583" rtl="0" eaLnBrk="1" latinLnBrk="1" hangingPunct="1">
        <a:lnSpc>
          <a:spcPct val="90000"/>
        </a:lnSpc>
        <a:spcBef>
          <a:spcPct val="0"/>
        </a:spcBef>
        <a:buNone/>
        <a:defRPr sz="42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8395" indent="-218395" algn="l" defTabSz="873583" rtl="0" eaLnBrk="1" latinLnBrk="1" hangingPunct="1">
        <a:lnSpc>
          <a:spcPct val="90000"/>
        </a:lnSpc>
        <a:spcBef>
          <a:spcPts val="955"/>
        </a:spcBef>
        <a:buFont typeface="Arial" panose="020B0604020202020204" pitchFamily="34" charset="0"/>
        <a:buChar char="•"/>
        <a:defRPr sz="2675" kern="1200">
          <a:solidFill>
            <a:schemeClr val="tx1"/>
          </a:solidFill>
          <a:latin typeface="+mn-lt"/>
          <a:ea typeface="+mn-ea"/>
          <a:cs typeface="+mn-cs"/>
        </a:defRPr>
      </a:lvl1pPr>
      <a:lvl2pPr marL="655187" indent="-218395" algn="l" defTabSz="873583" rtl="0" eaLnBrk="1" latinLnBrk="1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2293" kern="1200">
          <a:solidFill>
            <a:schemeClr val="tx1"/>
          </a:solidFill>
          <a:latin typeface="+mn-lt"/>
          <a:ea typeface="+mn-ea"/>
          <a:cs typeface="+mn-cs"/>
        </a:defRPr>
      </a:lvl2pPr>
      <a:lvl3pPr marL="1091979" indent="-218395" algn="l" defTabSz="873583" rtl="0" eaLnBrk="1" latinLnBrk="1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911" kern="1200">
          <a:solidFill>
            <a:schemeClr val="tx1"/>
          </a:solidFill>
          <a:latin typeface="+mn-lt"/>
          <a:ea typeface="+mn-ea"/>
          <a:cs typeface="+mn-cs"/>
        </a:defRPr>
      </a:lvl3pPr>
      <a:lvl4pPr marL="1528770" indent="-218395" algn="l" defTabSz="873583" rtl="0" eaLnBrk="1" latinLnBrk="1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4pPr>
      <a:lvl5pPr marL="1965562" indent="-218395" algn="l" defTabSz="873583" rtl="0" eaLnBrk="1" latinLnBrk="1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5pPr>
      <a:lvl6pPr marL="2402354" indent="-218395" algn="l" defTabSz="873583" rtl="0" eaLnBrk="1" latinLnBrk="1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6pPr>
      <a:lvl7pPr marL="2839145" indent="-218395" algn="l" defTabSz="873583" rtl="0" eaLnBrk="1" latinLnBrk="1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7pPr>
      <a:lvl8pPr marL="3275937" indent="-218395" algn="l" defTabSz="873583" rtl="0" eaLnBrk="1" latinLnBrk="1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8pPr>
      <a:lvl9pPr marL="3712729" indent="-218395" algn="l" defTabSz="873583" rtl="0" eaLnBrk="1" latinLnBrk="1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73583" rtl="0" eaLnBrk="1" latinLnBrk="1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1pPr>
      <a:lvl2pPr marL="436792" algn="l" defTabSz="873583" rtl="0" eaLnBrk="1" latinLnBrk="1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2pPr>
      <a:lvl3pPr marL="873583" algn="l" defTabSz="873583" rtl="0" eaLnBrk="1" latinLnBrk="1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3pPr>
      <a:lvl4pPr marL="1310375" algn="l" defTabSz="873583" rtl="0" eaLnBrk="1" latinLnBrk="1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4pPr>
      <a:lvl5pPr marL="1747167" algn="l" defTabSz="873583" rtl="0" eaLnBrk="1" latinLnBrk="1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5pPr>
      <a:lvl6pPr marL="2183958" algn="l" defTabSz="873583" rtl="0" eaLnBrk="1" latinLnBrk="1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6pPr>
      <a:lvl7pPr marL="2620750" algn="l" defTabSz="873583" rtl="0" eaLnBrk="1" latinLnBrk="1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7pPr>
      <a:lvl8pPr marL="3057542" algn="l" defTabSz="873583" rtl="0" eaLnBrk="1" latinLnBrk="1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8pPr>
      <a:lvl9pPr marL="3494333" algn="l" defTabSz="873583" rtl="0" eaLnBrk="1" latinLnBrk="1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1">
            <a:extLst>
              <a:ext uri="{FF2B5EF4-FFF2-40B4-BE49-F238E27FC236}">
                <a16:creationId xmlns:a16="http://schemas.microsoft.com/office/drawing/2014/main" id="{11CA0012-BEE7-8953-B48F-376C84C6A7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7" b="43750"/>
          <a:stretch/>
        </p:blipFill>
        <p:spPr bwMode="auto">
          <a:xfrm>
            <a:off x="0" y="1"/>
            <a:ext cx="9914277" cy="686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슬라이드 번호 개체 틀 5">
            <a:extLst>
              <a:ext uri="{FF2B5EF4-FFF2-40B4-BE49-F238E27FC236}">
                <a16:creationId xmlns:a16="http://schemas.microsoft.com/office/drawing/2014/main" id="{6A94926A-A26C-7519-F8B6-26E27F0009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62077" y="6584308"/>
            <a:ext cx="343959" cy="274346"/>
          </a:xfrm>
          <a:prstGeom prst="rect">
            <a:avLst/>
          </a:prstGeom>
        </p:spPr>
        <p:txBody>
          <a:bodyPr vert="horz" lIns="0" tIns="0" rIns="108000" bIns="72000" rtlCol="0" anchor="ctr"/>
          <a:lstStyle>
            <a:lvl1pPr marL="0" algn="r" defTabSz="768797" rtl="0" eaLnBrk="1" latinLnBrk="1" hangingPunct="1">
              <a:defRPr lang="ko-KR" altLang="en-US" sz="860" b="1" kern="1200" spc="-77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>
              <a:defRPr/>
            </a:pPr>
            <a:fld id="{D76F8EBF-0EDC-4EDF-A7F9-44AE75FD6F84}" type="slidenum">
              <a:rPr lang="en-US" altLang="ko-KR" smtClean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US" altLang="ko-KR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1503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  <p:sldLayoutId id="2147483903" r:id="rId2"/>
    <p:sldLayoutId id="2147483904" r:id="rId3"/>
    <p:sldLayoutId id="2147483905" r:id="rId4"/>
    <p:sldLayoutId id="2147483906" r:id="rId5"/>
    <p:sldLayoutId id="2147483907" r:id="rId6"/>
  </p:sldLayoutIdLst>
  <p:txStyles>
    <p:titleStyle>
      <a:lvl1pPr algn="l" defTabSz="873583" rtl="0" eaLnBrk="1" latinLnBrk="1" hangingPunct="1">
        <a:lnSpc>
          <a:spcPct val="90000"/>
        </a:lnSpc>
        <a:spcBef>
          <a:spcPct val="0"/>
        </a:spcBef>
        <a:buNone/>
        <a:defRPr sz="42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8395" indent="-218395" algn="l" defTabSz="873583" rtl="0" eaLnBrk="1" latinLnBrk="1" hangingPunct="1">
        <a:lnSpc>
          <a:spcPct val="90000"/>
        </a:lnSpc>
        <a:spcBef>
          <a:spcPts val="955"/>
        </a:spcBef>
        <a:buFont typeface="Arial" panose="020B0604020202020204" pitchFamily="34" charset="0"/>
        <a:buChar char="•"/>
        <a:defRPr sz="2675" kern="1200">
          <a:solidFill>
            <a:schemeClr val="tx1"/>
          </a:solidFill>
          <a:latin typeface="+mn-lt"/>
          <a:ea typeface="+mn-ea"/>
          <a:cs typeface="+mn-cs"/>
        </a:defRPr>
      </a:lvl1pPr>
      <a:lvl2pPr marL="655187" indent="-218395" algn="l" defTabSz="873583" rtl="0" eaLnBrk="1" latinLnBrk="1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2293" kern="1200">
          <a:solidFill>
            <a:schemeClr val="tx1"/>
          </a:solidFill>
          <a:latin typeface="+mn-lt"/>
          <a:ea typeface="+mn-ea"/>
          <a:cs typeface="+mn-cs"/>
        </a:defRPr>
      </a:lvl2pPr>
      <a:lvl3pPr marL="1091979" indent="-218395" algn="l" defTabSz="873583" rtl="0" eaLnBrk="1" latinLnBrk="1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911" kern="1200">
          <a:solidFill>
            <a:schemeClr val="tx1"/>
          </a:solidFill>
          <a:latin typeface="+mn-lt"/>
          <a:ea typeface="+mn-ea"/>
          <a:cs typeface="+mn-cs"/>
        </a:defRPr>
      </a:lvl3pPr>
      <a:lvl4pPr marL="1528770" indent="-218395" algn="l" defTabSz="873583" rtl="0" eaLnBrk="1" latinLnBrk="1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4pPr>
      <a:lvl5pPr marL="1965562" indent="-218395" algn="l" defTabSz="873583" rtl="0" eaLnBrk="1" latinLnBrk="1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5pPr>
      <a:lvl6pPr marL="2402354" indent="-218395" algn="l" defTabSz="873583" rtl="0" eaLnBrk="1" latinLnBrk="1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6pPr>
      <a:lvl7pPr marL="2839145" indent="-218395" algn="l" defTabSz="873583" rtl="0" eaLnBrk="1" latinLnBrk="1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7pPr>
      <a:lvl8pPr marL="3275937" indent="-218395" algn="l" defTabSz="873583" rtl="0" eaLnBrk="1" latinLnBrk="1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8pPr>
      <a:lvl9pPr marL="3712729" indent="-218395" algn="l" defTabSz="873583" rtl="0" eaLnBrk="1" latinLnBrk="1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73583" rtl="0" eaLnBrk="1" latinLnBrk="1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1pPr>
      <a:lvl2pPr marL="436792" algn="l" defTabSz="873583" rtl="0" eaLnBrk="1" latinLnBrk="1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2pPr>
      <a:lvl3pPr marL="873583" algn="l" defTabSz="873583" rtl="0" eaLnBrk="1" latinLnBrk="1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3pPr>
      <a:lvl4pPr marL="1310375" algn="l" defTabSz="873583" rtl="0" eaLnBrk="1" latinLnBrk="1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4pPr>
      <a:lvl5pPr marL="1747167" algn="l" defTabSz="873583" rtl="0" eaLnBrk="1" latinLnBrk="1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5pPr>
      <a:lvl6pPr marL="2183958" algn="l" defTabSz="873583" rtl="0" eaLnBrk="1" latinLnBrk="1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6pPr>
      <a:lvl7pPr marL="2620750" algn="l" defTabSz="873583" rtl="0" eaLnBrk="1" latinLnBrk="1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7pPr>
      <a:lvl8pPr marL="3057542" algn="l" defTabSz="873583" rtl="0" eaLnBrk="1" latinLnBrk="1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8pPr>
      <a:lvl9pPr marL="3494333" algn="l" defTabSz="873583" rtl="0" eaLnBrk="1" latinLnBrk="1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1">
            <a:extLst>
              <a:ext uri="{FF2B5EF4-FFF2-40B4-BE49-F238E27FC236}">
                <a16:creationId xmlns:a16="http://schemas.microsoft.com/office/drawing/2014/main" id="{11CA0012-BEE7-8953-B48F-376C84C6A7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7" b="43750"/>
          <a:stretch/>
        </p:blipFill>
        <p:spPr bwMode="auto">
          <a:xfrm>
            <a:off x="0" y="1"/>
            <a:ext cx="9914277" cy="686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슬라이드 번호 개체 틀 5">
            <a:extLst>
              <a:ext uri="{FF2B5EF4-FFF2-40B4-BE49-F238E27FC236}">
                <a16:creationId xmlns:a16="http://schemas.microsoft.com/office/drawing/2014/main" id="{6A94926A-A26C-7519-F8B6-26E27F0009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62077" y="6584308"/>
            <a:ext cx="343959" cy="274346"/>
          </a:xfrm>
          <a:prstGeom prst="rect">
            <a:avLst/>
          </a:prstGeom>
        </p:spPr>
        <p:txBody>
          <a:bodyPr vert="horz" lIns="0" tIns="0" rIns="108000" bIns="72000" rtlCol="0" anchor="ctr"/>
          <a:lstStyle>
            <a:lvl1pPr marL="0" algn="r" defTabSz="768797" rtl="0" eaLnBrk="1" latinLnBrk="1" hangingPunct="1">
              <a:defRPr lang="ko-KR" altLang="en-US" sz="860" b="1" kern="1200" spc="-77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>
              <a:defRPr/>
            </a:pPr>
            <a:fld id="{D76F8EBF-0EDC-4EDF-A7F9-44AE75FD6F84}" type="slidenum">
              <a:rPr lang="en-US" altLang="ko-KR" smtClean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US" altLang="ko-KR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1438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911" r:id="rId2"/>
    <p:sldLayoutId id="2147483912" r:id="rId3"/>
    <p:sldLayoutId id="2147483913" r:id="rId4"/>
    <p:sldLayoutId id="2147483914" r:id="rId5"/>
  </p:sldLayoutIdLst>
  <p:txStyles>
    <p:titleStyle>
      <a:lvl1pPr algn="l" defTabSz="873583" rtl="0" eaLnBrk="1" latinLnBrk="1" hangingPunct="1">
        <a:lnSpc>
          <a:spcPct val="90000"/>
        </a:lnSpc>
        <a:spcBef>
          <a:spcPct val="0"/>
        </a:spcBef>
        <a:buNone/>
        <a:defRPr sz="42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8395" indent="-218395" algn="l" defTabSz="873583" rtl="0" eaLnBrk="1" latinLnBrk="1" hangingPunct="1">
        <a:lnSpc>
          <a:spcPct val="90000"/>
        </a:lnSpc>
        <a:spcBef>
          <a:spcPts val="955"/>
        </a:spcBef>
        <a:buFont typeface="Arial" panose="020B0604020202020204" pitchFamily="34" charset="0"/>
        <a:buChar char="•"/>
        <a:defRPr sz="2675" kern="1200">
          <a:solidFill>
            <a:schemeClr val="tx1"/>
          </a:solidFill>
          <a:latin typeface="+mn-lt"/>
          <a:ea typeface="+mn-ea"/>
          <a:cs typeface="+mn-cs"/>
        </a:defRPr>
      </a:lvl1pPr>
      <a:lvl2pPr marL="655187" indent="-218395" algn="l" defTabSz="873583" rtl="0" eaLnBrk="1" latinLnBrk="1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2293" kern="1200">
          <a:solidFill>
            <a:schemeClr val="tx1"/>
          </a:solidFill>
          <a:latin typeface="+mn-lt"/>
          <a:ea typeface="+mn-ea"/>
          <a:cs typeface="+mn-cs"/>
        </a:defRPr>
      </a:lvl2pPr>
      <a:lvl3pPr marL="1091979" indent="-218395" algn="l" defTabSz="873583" rtl="0" eaLnBrk="1" latinLnBrk="1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911" kern="1200">
          <a:solidFill>
            <a:schemeClr val="tx1"/>
          </a:solidFill>
          <a:latin typeface="+mn-lt"/>
          <a:ea typeface="+mn-ea"/>
          <a:cs typeface="+mn-cs"/>
        </a:defRPr>
      </a:lvl3pPr>
      <a:lvl4pPr marL="1528770" indent="-218395" algn="l" defTabSz="873583" rtl="0" eaLnBrk="1" latinLnBrk="1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4pPr>
      <a:lvl5pPr marL="1965562" indent="-218395" algn="l" defTabSz="873583" rtl="0" eaLnBrk="1" latinLnBrk="1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5pPr>
      <a:lvl6pPr marL="2402354" indent="-218395" algn="l" defTabSz="873583" rtl="0" eaLnBrk="1" latinLnBrk="1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6pPr>
      <a:lvl7pPr marL="2839145" indent="-218395" algn="l" defTabSz="873583" rtl="0" eaLnBrk="1" latinLnBrk="1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7pPr>
      <a:lvl8pPr marL="3275937" indent="-218395" algn="l" defTabSz="873583" rtl="0" eaLnBrk="1" latinLnBrk="1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8pPr>
      <a:lvl9pPr marL="3712729" indent="-218395" algn="l" defTabSz="873583" rtl="0" eaLnBrk="1" latinLnBrk="1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73583" rtl="0" eaLnBrk="1" latinLnBrk="1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1pPr>
      <a:lvl2pPr marL="436792" algn="l" defTabSz="873583" rtl="0" eaLnBrk="1" latinLnBrk="1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2pPr>
      <a:lvl3pPr marL="873583" algn="l" defTabSz="873583" rtl="0" eaLnBrk="1" latinLnBrk="1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3pPr>
      <a:lvl4pPr marL="1310375" algn="l" defTabSz="873583" rtl="0" eaLnBrk="1" latinLnBrk="1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4pPr>
      <a:lvl5pPr marL="1747167" algn="l" defTabSz="873583" rtl="0" eaLnBrk="1" latinLnBrk="1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5pPr>
      <a:lvl6pPr marL="2183958" algn="l" defTabSz="873583" rtl="0" eaLnBrk="1" latinLnBrk="1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6pPr>
      <a:lvl7pPr marL="2620750" algn="l" defTabSz="873583" rtl="0" eaLnBrk="1" latinLnBrk="1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7pPr>
      <a:lvl8pPr marL="3057542" algn="l" defTabSz="873583" rtl="0" eaLnBrk="1" latinLnBrk="1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8pPr>
      <a:lvl9pPr marL="3494333" algn="l" defTabSz="873583" rtl="0" eaLnBrk="1" latinLnBrk="1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6F8EBF-0EDC-4EDF-A7F9-44AE75FD6F84}" type="slidenum">
              <a:rPr lang="en-US" altLang="ko-KR" smtClean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</a:rPr>
              <a:pPr/>
              <a:t>‹#›</a:t>
            </a:fld>
            <a:endParaRPr lang="en-US" altLang="ko-KR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9076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7" r:id="rId1"/>
    <p:sldLayoutId id="2147483958" r:id="rId2"/>
    <p:sldLayoutId id="2147483959" r:id="rId3"/>
    <p:sldLayoutId id="2147483960" r:id="rId4"/>
    <p:sldLayoutId id="2147483961" r:id="rId5"/>
    <p:sldLayoutId id="2147483962" r:id="rId6"/>
    <p:sldLayoutId id="2147483963" r:id="rId7"/>
    <p:sldLayoutId id="2147483964" r:id="rId8"/>
    <p:sldLayoutId id="2147483965" r:id="rId9"/>
    <p:sldLayoutId id="2147483966" r:id="rId10"/>
    <p:sldLayoutId id="2147483967" r:id="rId11"/>
    <p:sldLayoutId id="2147484032" r:id="rId12"/>
    <p:sldLayoutId id="2147484033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1">
            <a:extLst>
              <a:ext uri="{FF2B5EF4-FFF2-40B4-BE49-F238E27FC236}">
                <a16:creationId xmlns:a16="http://schemas.microsoft.com/office/drawing/2014/main" id="{11CA0012-BEE7-8953-B48F-376C84C6A7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7" b="43750"/>
          <a:stretch/>
        </p:blipFill>
        <p:spPr bwMode="auto">
          <a:xfrm>
            <a:off x="0" y="1"/>
            <a:ext cx="9914277" cy="686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슬라이드 번호 개체 틀 5">
            <a:extLst>
              <a:ext uri="{FF2B5EF4-FFF2-40B4-BE49-F238E27FC236}">
                <a16:creationId xmlns:a16="http://schemas.microsoft.com/office/drawing/2014/main" id="{6A94926A-A26C-7519-F8B6-26E27F0009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62077" y="6584308"/>
            <a:ext cx="343959" cy="274346"/>
          </a:xfrm>
          <a:prstGeom prst="rect">
            <a:avLst/>
          </a:prstGeom>
        </p:spPr>
        <p:txBody>
          <a:bodyPr vert="horz" lIns="0" tIns="0" rIns="108000" bIns="72000" rtlCol="0" anchor="ctr"/>
          <a:lstStyle>
            <a:lvl1pPr marL="0" algn="r" defTabSz="709681" rtl="0" eaLnBrk="1" latinLnBrk="1" hangingPunct="1">
              <a:defRPr lang="ko-KR" altLang="en-US" sz="794" b="1" kern="1200" spc="-71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>
              <a:defRPr/>
            </a:pPr>
            <a:fld id="{D76F8EBF-0EDC-4EDF-A7F9-44AE75FD6F84}" type="slidenum">
              <a:rPr lang="en-US" altLang="ko-KR" smtClean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en-US" altLang="ko-KR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7978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  <p:sldLayoutId id="2147484028" r:id="rId2"/>
    <p:sldLayoutId id="2147484029" r:id="rId3"/>
    <p:sldLayoutId id="2147484030" r:id="rId4"/>
    <p:sldLayoutId id="2147484031" r:id="rId5"/>
  </p:sldLayoutIdLst>
  <p:txStyles>
    <p:titleStyle>
      <a:lvl1pPr algn="l" defTabSz="806409" rtl="0" eaLnBrk="1" latinLnBrk="1" hangingPunct="1">
        <a:lnSpc>
          <a:spcPct val="90000"/>
        </a:lnSpc>
        <a:spcBef>
          <a:spcPct val="0"/>
        </a:spcBef>
        <a:buNone/>
        <a:defRPr sz="38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1602" indent="-201602" algn="l" defTabSz="806409" rtl="0" eaLnBrk="1" latinLnBrk="1" hangingPunct="1">
        <a:lnSpc>
          <a:spcPct val="90000"/>
        </a:lnSpc>
        <a:spcBef>
          <a:spcPts val="882"/>
        </a:spcBef>
        <a:buFont typeface="Arial" panose="020B0604020202020204" pitchFamily="34" charset="0"/>
        <a:buChar char="•"/>
        <a:defRPr sz="2469" kern="1200">
          <a:solidFill>
            <a:schemeClr val="tx1"/>
          </a:solidFill>
          <a:latin typeface="+mn-lt"/>
          <a:ea typeface="+mn-ea"/>
          <a:cs typeface="+mn-cs"/>
        </a:defRPr>
      </a:lvl1pPr>
      <a:lvl2pPr marL="604807" indent="-201602" algn="l" defTabSz="806409" rtl="0" eaLnBrk="1" latinLnBrk="1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2117" kern="1200">
          <a:solidFill>
            <a:schemeClr val="tx1"/>
          </a:solidFill>
          <a:latin typeface="+mn-lt"/>
          <a:ea typeface="+mn-ea"/>
          <a:cs typeface="+mn-cs"/>
        </a:defRPr>
      </a:lvl2pPr>
      <a:lvl3pPr marL="1008012" indent="-201602" algn="l" defTabSz="806409" rtl="0" eaLnBrk="1" latinLnBrk="1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3pPr>
      <a:lvl4pPr marL="1411216" indent="-201602" algn="l" defTabSz="806409" rtl="0" eaLnBrk="1" latinLnBrk="1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587" kern="1200">
          <a:solidFill>
            <a:schemeClr val="tx1"/>
          </a:solidFill>
          <a:latin typeface="+mn-lt"/>
          <a:ea typeface="+mn-ea"/>
          <a:cs typeface="+mn-cs"/>
        </a:defRPr>
      </a:lvl4pPr>
      <a:lvl5pPr marL="1814421" indent="-201602" algn="l" defTabSz="806409" rtl="0" eaLnBrk="1" latinLnBrk="1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587" kern="1200">
          <a:solidFill>
            <a:schemeClr val="tx1"/>
          </a:solidFill>
          <a:latin typeface="+mn-lt"/>
          <a:ea typeface="+mn-ea"/>
          <a:cs typeface="+mn-cs"/>
        </a:defRPr>
      </a:lvl5pPr>
      <a:lvl6pPr marL="2217626" indent="-201602" algn="l" defTabSz="806409" rtl="0" eaLnBrk="1" latinLnBrk="1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587" kern="1200">
          <a:solidFill>
            <a:schemeClr val="tx1"/>
          </a:solidFill>
          <a:latin typeface="+mn-lt"/>
          <a:ea typeface="+mn-ea"/>
          <a:cs typeface="+mn-cs"/>
        </a:defRPr>
      </a:lvl6pPr>
      <a:lvl7pPr marL="2620830" indent="-201602" algn="l" defTabSz="806409" rtl="0" eaLnBrk="1" latinLnBrk="1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587" kern="1200">
          <a:solidFill>
            <a:schemeClr val="tx1"/>
          </a:solidFill>
          <a:latin typeface="+mn-lt"/>
          <a:ea typeface="+mn-ea"/>
          <a:cs typeface="+mn-cs"/>
        </a:defRPr>
      </a:lvl7pPr>
      <a:lvl8pPr marL="3024035" indent="-201602" algn="l" defTabSz="806409" rtl="0" eaLnBrk="1" latinLnBrk="1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587" kern="1200">
          <a:solidFill>
            <a:schemeClr val="tx1"/>
          </a:solidFill>
          <a:latin typeface="+mn-lt"/>
          <a:ea typeface="+mn-ea"/>
          <a:cs typeface="+mn-cs"/>
        </a:defRPr>
      </a:lvl8pPr>
      <a:lvl9pPr marL="3427240" indent="-201602" algn="l" defTabSz="806409" rtl="0" eaLnBrk="1" latinLnBrk="1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58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06409" rtl="0" eaLnBrk="1" latinLnBrk="1" hangingPunct="1">
        <a:defRPr sz="1587" kern="1200">
          <a:solidFill>
            <a:schemeClr val="tx1"/>
          </a:solidFill>
          <a:latin typeface="+mn-lt"/>
          <a:ea typeface="+mn-ea"/>
          <a:cs typeface="+mn-cs"/>
        </a:defRPr>
      </a:lvl1pPr>
      <a:lvl2pPr marL="403205" algn="l" defTabSz="806409" rtl="0" eaLnBrk="1" latinLnBrk="1" hangingPunct="1">
        <a:defRPr sz="1587" kern="1200">
          <a:solidFill>
            <a:schemeClr val="tx1"/>
          </a:solidFill>
          <a:latin typeface="+mn-lt"/>
          <a:ea typeface="+mn-ea"/>
          <a:cs typeface="+mn-cs"/>
        </a:defRPr>
      </a:lvl2pPr>
      <a:lvl3pPr marL="806409" algn="l" defTabSz="806409" rtl="0" eaLnBrk="1" latinLnBrk="1" hangingPunct="1">
        <a:defRPr sz="1587" kern="1200">
          <a:solidFill>
            <a:schemeClr val="tx1"/>
          </a:solidFill>
          <a:latin typeface="+mn-lt"/>
          <a:ea typeface="+mn-ea"/>
          <a:cs typeface="+mn-cs"/>
        </a:defRPr>
      </a:lvl3pPr>
      <a:lvl4pPr marL="1209614" algn="l" defTabSz="806409" rtl="0" eaLnBrk="1" latinLnBrk="1" hangingPunct="1">
        <a:defRPr sz="1587" kern="1200">
          <a:solidFill>
            <a:schemeClr val="tx1"/>
          </a:solidFill>
          <a:latin typeface="+mn-lt"/>
          <a:ea typeface="+mn-ea"/>
          <a:cs typeface="+mn-cs"/>
        </a:defRPr>
      </a:lvl4pPr>
      <a:lvl5pPr marL="1612819" algn="l" defTabSz="806409" rtl="0" eaLnBrk="1" latinLnBrk="1" hangingPunct="1">
        <a:defRPr sz="1587" kern="1200">
          <a:solidFill>
            <a:schemeClr val="tx1"/>
          </a:solidFill>
          <a:latin typeface="+mn-lt"/>
          <a:ea typeface="+mn-ea"/>
          <a:cs typeface="+mn-cs"/>
        </a:defRPr>
      </a:lvl5pPr>
      <a:lvl6pPr marL="2016023" algn="l" defTabSz="806409" rtl="0" eaLnBrk="1" latinLnBrk="1" hangingPunct="1">
        <a:defRPr sz="1587" kern="1200">
          <a:solidFill>
            <a:schemeClr val="tx1"/>
          </a:solidFill>
          <a:latin typeface="+mn-lt"/>
          <a:ea typeface="+mn-ea"/>
          <a:cs typeface="+mn-cs"/>
        </a:defRPr>
      </a:lvl6pPr>
      <a:lvl7pPr marL="2419228" algn="l" defTabSz="806409" rtl="0" eaLnBrk="1" latinLnBrk="1" hangingPunct="1">
        <a:defRPr sz="1587" kern="1200">
          <a:solidFill>
            <a:schemeClr val="tx1"/>
          </a:solidFill>
          <a:latin typeface="+mn-lt"/>
          <a:ea typeface="+mn-ea"/>
          <a:cs typeface="+mn-cs"/>
        </a:defRPr>
      </a:lvl7pPr>
      <a:lvl8pPr marL="2822433" algn="l" defTabSz="806409" rtl="0" eaLnBrk="1" latinLnBrk="1" hangingPunct="1">
        <a:defRPr sz="1587" kern="1200">
          <a:solidFill>
            <a:schemeClr val="tx1"/>
          </a:solidFill>
          <a:latin typeface="+mn-lt"/>
          <a:ea typeface="+mn-ea"/>
          <a:cs typeface="+mn-cs"/>
        </a:defRPr>
      </a:lvl8pPr>
      <a:lvl9pPr marL="3225637" algn="l" defTabSz="806409" rtl="0" eaLnBrk="1" latinLnBrk="1" hangingPunct="1">
        <a:defRPr sz="15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8" descr="C:\Users\aplus\Desktop\에이플러스CI\A+그룹 로고\PNG\A+에셋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2469" y="6245530"/>
            <a:ext cx="1748303" cy="423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aplus\Documents\네이트온 받은 파일\1111111.png"/>
          <p:cNvPicPr>
            <a:picLocks noChangeAspect="1" noChangeArrowheads="1"/>
          </p:cNvPicPr>
          <p:nvPr/>
        </p:nvPicPr>
        <p:blipFill rotWithShape="1">
          <a:blip r:embed="rId4" cstate="print"/>
          <a:srcRect r="56275"/>
          <a:stretch/>
        </p:blipFill>
        <p:spPr bwMode="auto">
          <a:xfrm>
            <a:off x="3368825" y="6215336"/>
            <a:ext cx="1368829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3"/>
          <p:cNvSpPr txBox="1">
            <a:spLocks noChangeArrowheads="1"/>
          </p:cNvSpPr>
          <p:nvPr/>
        </p:nvSpPr>
        <p:spPr bwMode="auto">
          <a:xfrm>
            <a:off x="645290" y="1630788"/>
            <a:ext cx="8184727" cy="1451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2000"/>
              </a:spcBef>
            </a:pPr>
            <a:r>
              <a:rPr lang="en-US" altLang="ko-KR" sz="4800" b="1" dirty="0">
                <a:solidFill>
                  <a:srgbClr val="7030A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TFA </a:t>
            </a:r>
            <a:r>
              <a:rPr lang="ko-KR" altLang="en-US" sz="4800" b="1" dirty="0">
                <a:solidFill>
                  <a:srgbClr val="7030A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복리후생</a:t>
            </a:r>
            <a:endParaRPr lang="en-US" altLang="ko-KR" sz="4800" b="1" dirty="0">
              <a:solidFill>
                <a:srgbClr val="7030A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 eaLnBrk="1" hangingPunct="1">
              <a:spcBef>
                <a:spcPts val="1000"/>
              </a:spcBef>
            </a:pPr>
            <a:r>
              <a:rPr lang="en-US" altLang="ko-KR" sz="3200">
                <a:latin typeface="HY견고딕" panose="02030600000101010101" pitchFamily="18" charset="-127"/>
                <a:ea typeface="HY견고딕" panose="02030600000101010101" pitchFamily="18" charset="-127"/>
              </a:rPr>
              <a:t>- </a:t>
            </a:r>
            <a:r>
              <a:rPr lang="en-US" altLang="ko-KR" sz="3200">
                <a:solidFill>
                  <a:srgbClr val="0000FF"/>
                </a:solidFill>
                <a:latin typeface="+mj-ea"/>
                <a:ea typeface="+mj-ea"/>
              </a:rPr>
              <a:t>’</a:t>
            </a:r>
            <a:r>
              <a:rPr lang="en-US" altLang="ko-KR" sz="320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26</a:t>
            </a:r>
            <a:r>
              <a:rPr lang="ko-KR" altLang="en-US" sz="320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년 하반기</a:t>
            </a:r>
            <a:r>
              <a:rPr lang="en-US" altLang="ko-KR" sz="320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(9</a:t>
            </a:r>
            <a:r>
              <a:rPr lang="ko-KR" altLang="en-US" sz="320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월</a:t>
            </a:r>
            <a:r>
              <a:rPr lang="en-US" altLang="ko-KR" sz="3200" dirty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r>
              <a:rPr lang="ko-KR" altLang="en-US" sz="3200" dirty="0">
                <a:solidFill>
                  <a:srgbClr val="0000FF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자녀 장학금 지원기준</a:t>
            </a:r>
            <a:endParaRPr kumimoji="0" lang="en-US" altLang="ko-KR" sz="3200" u="sng" spc="-150" dirty="0">
              <a:solidFill>
                <a:srgbClr val="023874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34868" y="4077073"/>
            <a:ext cx="39704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000" b="1" dirty="0"/>
              <a:t>교육지원파트 </a:t>
            </a:r>
            <a:endParaRPr lang="en-US" altLang="ko-KR" sz="2000" b="1" dirty="0"/>
          </a:p>
          <a:p>
            <a:pPr algn="r"/>
            <a:endParaRPr lang="en-US" altLang="ko-KR" sz="2000" b="1" dirty="0"/>
          </a:p>
          <a:p>
            <a:pPr algn="r"/>
            <a:r>
              <a:rPr lang="en-US" altLang="ko-KR" sz="2000" b="1" dirty="0"/>
              <a:t>2026.08</a:t>
            </a:r>
            <a:r>
              <a:rPr lang="ko-KR" altLang="en-US" sz="2000" b="1" dirty="0"/>
              <a:t>月 기준</a:t>
            </a:r>
            <a:br>
              <a:rPr lang="en-US" altLang="ko-KR" sz="2000" b="1" dirty="0"/>
            </a:br>
            <a:r>
              <a:rPr lang="ko-KR" altLang="en-US" sz="2000" b="1" dirty="0" err="1"/>
              <a:t>최지헌</a:t>
            </a:r>
            <a:r>
              <a:rPr lang="ko-KR" altLang="en-US" sz="2000" b="1" dirty="0"/>
              <a:t> 프로 </a:t>
            </a:r>
          </a:p>
        </p:txBody>
      </p:sp>
    </p:spTree>
    <p:extLst>
      <p:ext uri="{BB962C8B-B14F-4D97-AF65-F5344CB8AC3E}">
        <p14:creationId xmlns:p14="http://schemas.microsoft.com/office/powerpoint/2010/main" val="740185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그룹 35"/>
          <p:cNvGrpSpPr/>
          <p:nvPr/>
        </p:nvGrpSpPr>
        <p:grpSpPr>
          <a:xfrm>
            <a:off x="1981782" y="1073663"/>
            <a:ext cx="7157367" cy="982333"/>
            <a:chOff x="2194559" y="2176013"/>
            <a:chExt cx="3901440" cy="1047750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7" name="양쪽 모서리가 둥근 사각형 36"/>
            <p:cNvSpPr/>
            <p:nvPr/>
          </p:nvSpPr>
          <p:spPr>
            <a:xfrm rot="5400000">
              <a:off x="3621404" y="749168"/>
              <a:ext cx="1047750" cy="3901440"/>
            </a:xfrm>
            <a:prstGeom prst="round2SameRect">
              <a:avLst/>
            </a:prstGeom>
            <a:grpFill/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38" name="양쪽 모서리가 둥근 사각형 4"/>
            <p:cNvSpPr/>
            <p:nvPr/>
          </p:nvSpPr>
          <p:spPr>
            <a:xfrm>
              <a:off x="2194560" y="2227162"/>
              <a:ext cx="3850293" cy="94545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38100" rIns="76200" bIns="38100" numCol="1" spcCol="1270" anchor="ctr" anchorCtr="0">
              <a:noAutofit/>
            </a:bodyPr>
            <a:lstStyle/>
            <a:p>
              <a:pPr marL="342900" indent="-342900">
                <a:lnSpc>
                  <a:spcPct val="150000"/>
                </a:lnSpc>
                <a:spcBef>
                  <a:spcPct val="0"/>
                </a:spcBef>
                <a:defRPr/>
              </a:pPr>
              <a:r>
                <a:rPr lang="ko-KR" altLang="en-US" sz="1400" b="1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400" b="1">
                  <a:solidFill>
                    <a:schemeClr val="tx1"/>
                  </a:solidFill>
                  <a:latin typeface="+mn-ea"/>
                </a:rPr>
                <a:t>’26.07</a:t>
              </a:r>
              <a:r>
                <a:rPr lang="ko-KR" altLang="en-US" sz="1400" b="1">
                  <a:solidFill>
                    <a:schemeClr val="tx1"/>
                  </a:solidFill>
                  <a:latin typeface="+mn-ea"/>
                </a:rPr>
                <a:t>月 </a:t>
              </a:r>
              <a:r>
                <a:rPr lang="ko-KR" altLang="en-US" sz="1400" b="1" dirty="0" err="1">
                  <a:solidFill>
                    <a:schemeClr val="tx1"/>
                  </a:solidFill>
                  <a:latin typeface="+mn-ea"/>
                </a:rPr>
                <a:t>수금마감</a:t>
              </a:r>
              <a:r>
                <a:rPr lang="ko-KR" altLang="en-US" sz="1400" b="1" dirty="0">
                  <a:solidFill>
                    <a:schemeClr val="tx1"/>
                  </a:solidFill>
                  <a:latin typeface="+mn-ea"/>
                </a:rPr>
                <a:t> 반영된 정산 월평균 </a:t>
              </a:r>
              <a:r>
                <a:rPr lang="ko-KR" altLang="en-US" sz="1400" b="1" dirty="0" err="1">
                  <a:solidFill>
                    <a:schemeClr val="tx1"/>
                  </a:solidFill>
                  <a:latin typeface="+mn-ea"/>
                </a:rPr>
                <a:t>환산업적</a:t>
              </a:r>
              <a:endParaRPr lang="en-US" altLang="ko-KR" sz="1400" b="1" dirty="0">
                <a:solidFill>
                  <a:schemeClr val="tx1"/>
                </a:solidFill>
                <a:latin typeface="+mn-ea"/>
              </a:endParaRPr>
            </a:p>
            <a:p>
              <a:pPr marL="342900" indent="-342900">
                <a:lnSpc>
                  <a:spcPct val="150000"/>
                </a:lnSpc>
                <a:spcBef>
                  <a:spcPct val="0"/>
                </a:spcBef>
                <a:defRPr/>
              </a:pPr>
              <a:r>
                <a:rPr lang="ko-KR" altLang="en-US" sz="1400" b="1" dirty="0">
                  <a:solidFill>
                    <a:schemeClr val="tx1"/>
                  </a:solidFill>
                  <a:latin typeface="+mn-ea"/>
                </a:rPr>
                <a:t> </a:t>
              </a:r>
              <a:endParaRPr lang="en-US" altLang="ko-KR" sz="1400" b="1" dirty="0">
                <a:solidFill>
                  <a:schemeClr val="tx1"/>
                </a:solidFill>
                <a:latin typeface="+mn-ea"/>
              </a:endParaRPr>
            </a:p>
            <a:p>
              <a:pPr marL="342900" indent="-342900">
                <a:lnSpc>
                  <a:spcPct val="150000"/>
                </a:lnSpc>
                <a:spcBef>
                  <a:spcPct val="0"/>
                </a:spcBef>
                <a:defRPr/>
              </a:pPr>
              <a:r>
                <a:rPr lang="en-US" altLang="ko-KR" sz="1400" b="1" dirty="0">
                  <a:solidFill>
                    <a:schemeClr val="tx1"/>
                  </a:solidFill>
                  <a:latin typeface="+mn-ea"/>
                  <a:cs typeface="Times New Roman" pitchFamily="18" charset="0"/>
                </a:rPr>
                <a:t> </a:t>
              </a:r>
              <a:endParaRPr lang="en-US" altLang="ko-KR" sz="1400" dirty="0">
                <a:solidFill>
                  <a:schemeClr val="tx1"/>
                </a:solidFill>
                <a:latin typeface="+mn-ea"/>
                <a:cs typeface="Times New Roman" pitchFamily="18" charset="0"/>
              </a:endParaRPr>
            </a:p>
          </p:txBody>
        </p:sp>
      </p:grpSp>
      <p:sp>
        <p:nvSpPr>
          <p:cNvPr id="13" name="모서리가 둥근 직사각형 12"/>
          <p:cNvSpPr/>
          <p:nvPr/>
        </p:nvSpPr>
        <p:spPr>
          <a:xfrm>
            <a:off x="2136371" y="1397199"/>
            <a:ext cx="5527963" cy="2876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1"/>
                </a:solidFill>
                <a:latin typeface="+mn-ea"/>
              </a:rPr>
              <a:t>                      </a:t>
            </a:r>
            <a:r>
              <a:rPr lang="en-US" altLang="ko-KR" sz="1200" b="1">
                <a:solidFill>
                  <a:srgbClr val="0000FF"/>
                </a:solidFill>
                <a:latin typeface="+mn-ea"/>
              </a:rPr>
              <a:t>’26.02</a:t>
            </a:r>
            <a:r>
              <a:rPr lang="ko-KR" altLang="en-US" sz="1200" b="1">
                <a:solidFill>
                  <a:srgbClr val="0000FF"/>
                </a:solidFill>
                <a:latin typeface="+mn-ea"/>
              </a:rPr>
              <a:t>月 </a:t>
            </a:r>
            <a:r>
              <a:rPr lang="en-US" altLang="ko-KR" sz="1200" b="1">
                <a:solidFill>
                  <a:srgbClr val="0000FF"/>
                </a:solidFill>
                <a:latin typeface="+mn-ea"/>
              </a:rPr>
              <a:t>~ ’26.07</a:t>
            </a:r>
            <a:r>
              <a:rPr lang="ko-KR" altLang="en-US" sz="1200" b="1">
                <a:solidFill>
                  <a:srgbClr val="0000FF"/>
                </a:solidFill>
                <a:latin typeface="+mn-ea"/>
              </a:rPr>
              <a:t>月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(6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개월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)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월 평균 정산 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환산 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</a:rPr>
              <a:t>50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</a:rPr>
              <a:t>万↑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 인정</a:t>
            </a:r>
            <a:endParaRPr lang="ko-KR" altLang="en-US" sz="1200" dirty="0"/>
          </a:p>
        </p:txBody>
      </p:sp>
      <p:sp>
        <p:nvSpPr>
          <p:cNvPr id="12" name="제목 11"/>
          <p:cNvSpPr>
            <a:spLocks noGrp="1"/>
          </p:cNvSpPr>
          <p:nvPr>
            <p:ph type="title"/>
          </p:nvPr>
        </p:nvSpPr>
        <p:spPr>
          <a:xfrm>
            <a:off x="632520" y="58614"/>
            <a:ext cx="8229600" cy="778098"/>
          </a:xfrm>
        </p:spPr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복리후생 </a:t>
            </a:r>
            <a:r>
              <a:rPr lang="en-US" altLang="ko-KR">
                <a:solidFill>
                  <a:schemeClr val="tx1"/>
                </a:solidFill>
              </a:rPr>
              <a:t>– </a:t>
            </a:r>
            <a:r>
              <a:rPr lang="ko-KR" altLang="en-US">
                <a:solidFill>
                  <a:schemeClr val="tx1"/>
                </a:solidFill>
              </a:rPr>
              <a:t>상반기 </a:t>
            </a:r>
            <a:r>
              <a:rPr lang="ko-KR" altLang="en-US" dirty="0">
                <a:solidFill>
                  <a:schemeClr val="tx1"/>
                </a:solidFill>
              </a:rPr>
              <a:t>자녀 장학금 지원</a:t>
            </a:r>
            <a:endParaRPr lang="ko-KR" altLang="en-US" sz="1500" b="0" dirty="0">
              <a:solidFill>
                <a:schemeClr val="tx1"/>
              </a:solidFill>
            </a:endParaRPr>
          </a:p>
        </p:txBody>
      </p:sp>
      <p:grpSp>
        <p:nvGrpSpPr>
          <p:cNvPr id="15" name="그룹 14"/>
          <p:cNvGrpSpPr/>
          <p:nvPr/>
        </p:nvGrpSpPr>
        <p:grpSpPr>
          <a:xfrm>
            <a:off x="1972099" y="2160226"/>
            <a:ext cx="7167050" cy="2328648"/>
            <a:chOff x="2194560" y="2176013"/>
            <a:chExt cx="3855574" cy="1047750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6" name="양쪽 모서리가 둥근 사각형 15"/>
            <p:cNvSpPr/>
            <p:nvPr/>
          </p:nvSpPr>
          <p:spPr>
            <a:xfrm rot="5400000">
              <a:off x="3598472" y="772101"/>
              <a:ext cx="1047750" cy="3855574"/>
            </a:xfrm>
            <a:prstGeom prst="round2SameRect">
              <a:avLst>
                <a:gd name="adj1" fmla="val 7385"/>
                <a:gd name="adj2" fmla="val 0"/>
              </a:avLst>
            </a:prstGeom>
            <a:grpFill/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7" name="양쪽 모서리가 둥근 사각형 4"/>
            <p:cNvSpPr/>
            <p:nvPr/>
          </p:nvSpPr>
          <p:spPr>
            <a:xfrm>
              <a:off x="2194560" y="2227162"/>
              <a:ext cx="3750361" cy="94545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38100" rIns="76200" bIns="38100" numCol="1" spcCol="1270" anchor="ctr" anchorCtr="0">
              <a:noAutofit/>
            </a:bodyPr>
            <a:lstStyle/>
            <a:p>
              <a:pPr marL="342900" indent="-342900">
                <a:lnSpc>
                  <a:spcPct val="150000"/>
                </a:lnSpc>
                <a:spcBef>
                  <a:spcPct val="0"/>
                </a:spcBef>
                <a:defRPr/>
              </a:pPr>
              <a:endParaRPr lang="en-US" altLang="ko-KR" sz="1400" dirty="0">
                <a:latin typeface="+mn-ea"/>
                <a:cs typeface="Times New Roman" pitchFamily="18" charset="0"/>
              </a:endParaRPr>
            </a:p>
          </p:txBody>
        </p:sp>
      </p:grpSp>
      <p:sp>
        <p:nvSpPr>
          <p:cNvPr id="18" name="양쪽 모서리가 둥근 사각형 17"/>
          <p:cNvSpPr/>
          <p:nvPr/>
        </p:nvSpPr>
        <p:spPr>
          <a:xfrm rot="16200000">
            <a:off x="197478" y="2744474"/>
            <a:ext cx="2328792" cy="1160008"/>
          </a:xfrm>
          <a:prstGeom prst="round2SameRect">
            <a:avLst/>
          </a:prstGeom>
          <a:noFill/>
          <a:ln w="19050">
            <a:solidFill>
              <a:schemeClr val="accent1">
                <a:alpha val="90000"/>
              </a:schemeClr>
            </a:solidFill>
          </a:ln>
          <a:effectLst>
            <a:outerShdw blurRad="38100" dist="38100" dir="27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vert="vert" anchor="ctr"/>
          <a:lstStyle/>
          <a:p>
            <a:pPr algn="ctr"/>
            <a:r>
              <a:rPr lang="ko-KR" altLang="en-US" b="1" dirty="0"/>
              <a:t>업적</a:t>
            </a:r>
            <a:endParaRPr lang="en-US" altLang="ko-KR" b="1" dirty="0"/>
          </a:p>
          <a:p>
            <a:pPr algn="ctr"/>
            <a:r>
              <a:rPr lang="ko-KR" altLang="en-US" b="1" dirty="0"/>
              <a:t>구간별</a:t>
            </a:r>
            <a:endParaRPr lang="en-US" altLang="ko-KR" b="1" dirty="0"/>
          </a:p>
          <a:p>
            <a:pPr algn="ctr"/>
            <a:r>
              <a:rPr lang="ko-KR" altLang="en-US" b="1" dirty="0"/>
              <a:t>지급액</a:t>
            </a:r>
            <a:endParaRPr lang="en-US" altLang="ko-KR" b="1" dirty="0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191912"/>
              </p:ext>
            </p:extLst>
          </p:nvPr>
        </p:nvGraphicFramePr>
        <p:xfrm>
          <a:off x="2046235" y="2403415"/>
          <a:ext cx="6756945" cy="1988064"/>
        </p:xfrm>
        <a:graphic>
          <a:graphicData uri="http://schemas.openxmlformats.org/drawingml/2006/table">
            <a:tbl>
              <a:tblPr/>
              <a:tblGrid>
                <a:gridCol w="1378061">
                  <a:extLst>
                    <a:ext uri="{9D8B030D-6E8A-4147-A177-3AD203B41FA5}">
                      <a16:colId xmlns:a16="http://schemas.microsoft.com/office/drawing/2014/main" val="2803371312"/>
                    </a:ext>
                  </a:extLst>
                </a:gridCol>
                <a:gridCol w="1055773">
                  <a:extLst>
                    <a:ext uri="{9D8B030D-6E8A-4147-A177-3AD203B41FA5}">
                      <a16:colId xmlns:a16="http://schemas.microsoft.com/office/drawing/2014/main" val="1994773833"/>
                    </a:ext>
                  </a:extLst>
                </a:gridCol>
                <a:gridCol w="1055773">
                  <a:extLst>
                    <a:ext uri="{9D8B030D-6E8A-4147-A177-3AD203B41FA5}">
                      <a16:colId xmlns:a16="http://schemas.microsoft.com/office/drawing/2014/main" val="1773078107"/>
                    </a:ext>
                  </a:extLst>
                </a:gridCol>
                <a:gridCol w="1055773">
                  <a:extLst>
                    <a:ext uri="{9D8B030D-6E8A-4147-A177-3AD203B41FA5}">
                      <a16:colId xmlns:a16="http://schemas.microsoft.com/office/drawing/2014/main" val="3049151972"/>
                    </a:ext>
                  </a:extLst>
                </a:gridCol>
                <a:gridCol w="1378061">
                  <a:extLst>
                    <a:ext uri="{9D8B030D-6E8A-4147-A177-3AD203B41FA5}">
                      <a16:colId xmlns:a16="http://schemas.microsoft.com/office/drawing/2014/main" val="1498182833"/>
                    </a:ext>
                  </a:extLst>
                </a:gridCol>
                <a:gridCol w="833504">
                  <a:extLst>
                    <a:ext uri="{9D8B030D-6E8A-4147-A177-3AD203B41FA5}">
                      <a16:colId xmlns:a16="http://schemas.microsoft.com/office/drawing/2014/main" val="2170690762"/>
                    </a:ext>
                  </a:extLst>
                </a:gridCol>
              </a:tblGrid>
              <a:tr h="23856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업적구간</a:t>
                      </a:r>
                      <a:r>
                        <a:rPr lang="ko-KR" alt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별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지급액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지급시기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352593"/>
                  </a:ext>
                </a:extLst>
              </a:tr>
              <a:tr h="43737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직전 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6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개월</a:t>
                      </a:r>
                      <a:b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</a:b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월평균 </a:t>
                      </a:r>
                      <a:r>
                        <a:rPr lang="ko-KR" alt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정산환산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50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만↑</a:t>
                      </a: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(TFA)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150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만↑</a:t>
                      </a: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(TFA),</a:t>
                      </a:r>
                      <a:b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</a:b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500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만↑</a:t>
                      </a: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(TFA),</a:t>
                      </a:r>
                      <a:b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</a:b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지점장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1000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만↑</a:t>
                      </a: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(TFA), 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사업단장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/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본부장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392744"/>
                  </a:ext>
                </a:extLst>
              </a:tr>
              <a:tr h="43737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대학교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50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만</a:t>
                      </a:r>
                      <a:b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(17</a:t>
                      </a:r>
                      <a:r>
                        <a:rPr lang="ko-KR" alt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만</a:t>
                      </a:r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70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만</a:t>
                      </a:r>
                      <a:b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(24</a:t>
                      </a:r>
                      <a:r>
                        <a:rPr lang="ko-KR" alt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만</a:t>
                      </a:r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80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만</a:t>
                      </a:r>
                      <a:b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(27</a:t>
                      </a:r>
                      <a:r>
                        <a:rPr lang="ko-KR" alt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만</a:t>
                      </a:r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만</a:t>
                      </a:r>
                      <a:b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(33</a:t>
                      </a:r>
                      <a:r>
                        <a:rPr lang="ko-KR" alt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만</a:t>
                      </a:r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매년</a:t>
                      </a:r>
                      <a:b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9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8401309"/>
                  </a:ext>
                </a:extLst>
              </a:tr>
              <a:tr h="43737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단기대학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만</a:t>
                      </a:r>
                      <a:b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(10</a:t>
                      </a:r>
                      <a:r>
                        <a:rPr lang="ko-KR" alt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만</a:t>
                      </a:r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50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만</a:t>
                      </a:r>
                      <a:b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(17</a:t>
                      </a:r>
                      <a:r>
                        <a:rPr lang="ko-KR" alt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만</a:t>
                      </a:r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50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만</a:t>
                      </a:r>
                      <a:b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(17</a:t>
                      </a:r>
                      <a:r>
                        <a:rPr lang="ko-KR" alt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만</a:t>
                      </a:r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60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만</a:t>
                      </a:r>
                      <a:b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(20</a:t>
                      </a:r>
                      <a:r>
                        <a:rPr lang="ko-KR" alt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만</a:t>
                      </a:r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077768"/>
                  </a:ext>
                </a:extLst>
              </a:tr>
              <a:tr h="43737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고등학교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만</a:t>
                      </a:r>
                      <a:b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(10</a:t>
                      </a:r>
                      <a:r>
                        <a:rPr lang="ko-KR" alt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만</a:t>
                      </a:r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40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만</a:t>
                      </a:r>
                      <a:b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(14</a:t>
                      </a:r>
                      <a:r>
                        <a:rPr lang="ko-KR" alt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만</a:t>
                      </a:r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50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만</a:t>
                      </a:r>
                      <a:b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(17</a:t>
                      </a:r>
                      <a:r>
                        <a:rPr lang="ko-KR" alt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만</a:t>
                      </a:r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60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만</a:t>
                      </a:r>
                      <a:b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(20</a:t>
                      </a:r>
                      <a:r>
                        <a:rPr lang="ko-KR" alt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만</a:t>
                      </a:r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83644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50462" y="2176785"/>
            <a:ext cx="24689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latin typeface="a고딕14" panose="02020600000000000000" pitchFamily="18" charset="-127"/>
                <a:ea typeface="a고딕14" panose="02020600000000000000" pitchFamily="18" charset="-127"/>
              </a:rPr>
              <a:t>※ </a:t>
            </a:r>
            <a:r>
              <a:rPr lang="ko-KR" altLang="en-US" sz="1100" b="1" dirty="0">
                <a:latin typeface="a고딕14" panose="02020600000000000000" pitchFamily="18" charset="-127"/>
                <a:ea typeface="a고딕14" panose="02020600000000000000" pitchFamily="18" charset="-127"/>
              </a:rPr>
              <a:t>괄호</a:t>
            </a:r>
            <a:r>
              <a:rPr lang="en-US" altLang="ko-KR" sz="1100" b="1" dirty="0">
                <a:latin typeface="a고딕14" panose="02020600000000000000" pitchFamily="18" charset="-127"/>
                <a:ea typeface="a고딕14" panose="02020600000000000000" pitchFamily="18" charset="-127"/>
              </a:rPr>
              <a:t>( ) : </a:t>
            </a:r>
            <a:r>
              <a:rPr lang="ko-KR" altLang="en-US" sz="1100" b="1" dirty="0" err="1">
                <a:latin typeface="a고딕14" panose="02020600000000000000" pitchFamily="18" charset="-127"/>
                <a:ea typeface="a고딕14" panose="02020600000000000000" pitchFamily="18" charset="-127"/>
              </a:rPr>
              <a:t>리쿠르팅</a:t>
            </a:r>
            <a:r>
              <a:rPr lang="ko-KR" altLang="en-US" sz="1100" b="1" dirty="0">
                <a:latin typeface="a고딕14" panose="02020600000000000000" pitchFamily="18" charset="-127"/>
                <a:ea typeface="a고딕14" panose="02020600000000000000" pitchFamily="18" charset="-127"/>
              </a:rPr>
              <a:t> 기준 </a:t>
            </a:r>
            <a:r>
              <a:rPr lang="ko-KR" altLang="en-US" sz="1100" b="1" dirty="0" err="1">
                <a:latin typeface="a고딕14" panose="02020600000000000000" pitchFamily="18" charset="-127"/>
                <a:ea typeface="a고딕14" panose="02020600000000000000" pitchFamily="18" charset="-127"/>
              </a:rPr>
              <a:t>미달시</a:t>
            </a:r>
            <a:r>
              <a:rPr lang="ko-KR" altLang="en-US" sz="1100" b="1" dirty="0">
                <a:latin typeface="a고딕14" panose="02020600000000000000" pitchFamily="18" charset="-127"/>
                <a:ea typeface="a고딕14" panose="02020600000000000000" pitchFamily="18" charset="-127"/>
              </a:rPr>
              <a:t> </a:t>
            </a:r>
            <a:r>
              <a:rPr lang="en-US" altLang="ko-KR" sz="1100" b="1" dirty="0">
                <a:latin typeface="a고딕14" panose="02020600000000000000" pitchFamily="18" charset="-127"/>
                <a:ea typeface="a고딕14" panose="02020600000000000000" pitchFamily="18" charset="-127"/>
              </a:rPr>
              <a:t>(33%)</a:t>
            </a:r>
            <a:endParaRPr lang="ko-KR" altLang="en-US" sz="1100" b="1" dirty="0">
              <a:latin typeface="a고딕14" panose="02020600000000000000" pitchFamily="18" charset="-127"/>
              <a:ea typeface="a고딕14" panose="02020600000000000000" pitchFamily="18" charset="-127"/>
            </a:endParaRPr>
          </a:p>
        </p:txBody>
      </p:sp>
      <p:sp>
        <p:nvSpPr>
          <p:cNvPr id="35" name="양쪽 모서리가 둥근 사각형 34"/>
          <p:cNvSpPr/>
          <p:nvPr/>
        </p:nvSpPr>
        <p:spPr>
          <a:xfrm rot="16200000">
            <a:off x="865376" y="984826"/>
            <a:ext cx="982332" cy="1160008"/>
          </a:xfrm>
          <a:prstGeom prst="round2SameRect">
            <a:avLst/>
          </a:prstGeom>
          <a:noFill/>
          <a:ln w="19050">
            <a:solidFill>
              <a:schemeClr val="accent1">
                <a:alpha val="90000"/>
              </a:schemeClr>
            </a:solidFill>
          </a:ln>
          <a:effectLst>
            <a:outerShdw blurRad="38100" dist="38100" dir="27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vert="vert" anchor="ctr"/>
          <a:lstStyle/>
          <a:p>
            <a:pPr algn="ctr"/>
            <a:r>
              <a:rPr lang="ko-KR" altLang="en-US" b="1" dirty="0"/>
              <a:t>지급기준</a:t>
            </a:r>
          </a:p>
        </p:txBody>
      </p:sp>
      <p:sp>
        <p:nvSpPr>
          <p:cNvPr id="11" name="모서리가 둥근 직사각형 10"/>
          <p:cNvSpPr/>
          <p:nvPr/>
        </p:nvSpPr>
        <p:spPr>
          <a:xfrm>
            <a:off x="2136372" y="1397199"/>
            <a:ext cx="1230496" cy="287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업적 기준</a:t>
            </a:r>
            <a:endParaRPr lang="ko-KR" altLang="en-US" sz="12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2136372" y="1740822"/>
            <a:ext cx="5527962" cy="2876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1"/>
                </a:solidFill>
                <a:latin typeface="+mn-ea"/>
                <a:cs typeface="Times New Roman" pitchFamily="18" charset="0"/>
              </a:rPr>
              <a:t>                   </a:t>
            </a:r>
            <a:r>
              <a:rPr lang="en-US" altLang="ko-KR" sz="1200" b="1">
                <a:solidFill>
                  <a:srgbClr val="0000FF"/>
                </a:solidFill>
                <a:latin typeface="+mn-ea"/>
                <a:cs typeface="Times New Roman" pitchFamily="18" charset="0"/>
              </a:rPr>
              <a:t>’25.08</a:t>
            </a:r>
            <a:r>
              <a:rPr lang="ko-KR" altLang="en-US" sz="1200" b="1">
                <a:solidFill>
                  <a:srgbClr val="0000FF"/>
                </a:solidFill>
                <a:latin typeface="+mn-ea"/>
                <a:cs typeface="Times New Roman" pitchFamily="18" charset="0"/>
              </a:rPr>
              <a:t>月 </a:t>
            </a:r>
            <a:r>
              <a:rPr lang="en-US" altLang="ko-KR" sz="1200" b="1">
                <a:solidFill>
                  <a:srgbClr val="0000FF"/>
                </a:solidFill>
                <a:latin typeface="+mn-ea"/>
                <a:cs typeface="Times New Roman" pitchFamily="18" charset="0"/>
              </a:rPr>
              <a:t>~ ’26.07</a:t>
            </a:r>
            <a:r>
              <a:rPr lang="ko-KR" altLang="en-US" sz="1200" b="1">
                <a:solidFill>
                  <a:srgbClr val="0000FF"/>
                </a:solidFill>
                <a:latin typeface="+mn-ea"/>
                <a:cs typeface="Times New Roman" pitchFamily="18" charset="0"/>
              </a:rPr>
              <a:t>月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  <a:cs typeface="Times New Roman" pitchFamily="18" charset="0"/>
              </a:rPr>
              <a:t>(1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  <a:cs typeface="Times New Roman" pitchFamily="18" charset="0"/>
              </a:rPr>
              <a:t>년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  <a:cs typeface="Times New Roman" pitchFamily="18" charset="0"/>
              </a:rPr>
              <a:t>)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월 평균 정산 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환산 </a:t>
            </a:r>
            <a:r>
              <a:rPr lang="en-US" altLang="ko-KR" sz="1200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30</a:t>
            </a:r>
            <a:r>
              <a:rPr lang="ko-KR" altLang="en-US" sz="1200" b="1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万↑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 인정</a:t>
            </a:r>
            <a:endParaRPr lang="ko-KR" altLang="en-US" sz="1200" dirty="0"/>
          </a:p>
        </p:txBody>
      </p:sp>
      <p:sp>
        <p:nvSpPr>
          <p:cNvPr id="40" name="모서리가 둥근 직사각형 39"/>
          <p:cNvSpPr/>
          <p:nvPr/>
        </p:nvSpPr>
        <p:spPr>
          <a:xfrm>
            <a:off x="2136371" y="1740822"/>
            <a:ext cx="1230497" cy="2876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err="1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Times New Roman" pitchFamily="18" charset="0"/>
              </a:rPr>
              <a:t>리쿠르팅</a:t>
            </a:r>
            <a:r>
              <a:rPr lang="ko-KR" altLang="en-US" sz="1200" b="1" dirty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Times New Roman" pitchFamily="18" charset="0"/>
              </a:rPr>
              <a:t> 기준</a:t>
            </a:r>
            <a:endParaRPr lang="ko-KR" altLang="en-US" sz="12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grpSp>
        <p:nvGrpSpPr>
          <p:cNvPr id="41" name="그룹 40"/>
          <p:cNvGrpSpPr/>
          <p:nvPr/>
        </p:nvGrpSpPr>
        <p:grpSpPr>
          <a:xfrm>
            <a:off x="1981782" y="4647281"/>
            <a:ext cx="7157367" cy="1836646"/>
            <a:chOff x="2194559" y="2176013"/>
            <a:chExt cx="3901440" cy="1047750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2" name="양쪽 모서리가 둥근 사각형 41"/>
            <p:cNvSpPr/>
            <p:nvPr/>
          </p:nvSpPr>
          <p:spPr>
            <a:xfrm rot="5400000">
              <a:off x="3621404" y="749168"/>
              <a:ext cx="1047750" cy="3901440"/>
            </a:xfrm>
            <a:prstGeom prst="round2SameRect">
              <a:avLst>
                <a:gd name="adj1" fmla="val 8067"/>
                <a:gd name="adj2" fmla="val 0"/>
              </a:avLst>
            </a:prstGeom>
            <a:grpFill/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43" name="양쪽 모서리가 둥근 사각형 4"/>
            <p:cNvSpPr/>
            <p:nvPr/>
          </p:nvSpPr>
          <p:spPr>
            <a:xfrm>
              <a:off x="2194560" y="2227162"/>
              <a:ext cx="3850293" cy="94545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38100" rIns="76200" bIns="38100" numCol="1" spcCol="1270" anchor="ctr" anchorCtr="0">
              <a:noAutofit/>
            </a:bodyPr>
            <a:lstStyle/>
            <a:p>
              <a:pPr marL="342900" indent="-342900">
                <a:lnSpc>
                  <a:spcPct val="150000"/>
                </a:lnSpc>
                <a:spcBef>
                  <a:spcPct val="0"/>
                </a:spcBef>
                <a:defRPr/>
              </a:pPr>
              <a:endParaRPr lang="en-US" altLang="ko-KR" sz="1400" dirty="0">
                <a:latin typeface="+mn-ea"/>
                <a:cs typeface="Times New Roman" pitchFamily="18" charset="0"/>
              </a:endParaRPr>
            </a:p>
          </p:txBody>
        </p:sp>
      </p:grpSp>
      <p:sp>
        <p:nvSpPr>
          <p:cNvPr id="44" name="양쪽 모서리가 둥근 사각형 43"/>
          <p:cNvSpPr/>
          <p:nvPr/>
        </p:nvSpPr>
        <p:spPr>
          <a:xfrm rot="16200000">
            <a:off x="453164" y="4985529"/>
            <a:ext cx="1836790" cy="1160008"/>
          </a:xfrm>
          <a:prstGeom prst="round2SameRect">
            <a:avLst/>
          </a:prstGeom>
          <a:noFill/>
          <a:ln w="19050">
            <a:solidFill>
              <a:schemeClr val="accent1">
                <a:alpha val="90000"/>
              </a:schemeClr>
            </a:solidFill>
          </a:ln>
          <a:effectLst>
            <a:outerShdw blurRad="38100" dist="38100" dir="27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vert="vert" anchor="ctr"/>
          <a:lstStyle/>
          <a:p>
            <a:pPr algn="ctr"/>
            <a:r>
              <a:rPr lang="ko-KR" altLang="en-US" b="1" dirty="0" err="1"/>
              <a:t>리쿠르팅</a:t>
            </a:r>
            <a:endParaRPr lang="en-US" altLang="ko-KR" b="1" dirty="0"/>
          </a:p>
          <a:p>
            <a:pPr algn="ctr"/>
            <a:r>
              <a:rPr lang="ko-KR" altLang="en-US" b="1" dirty="0"/>
              <a:t>조항</a:t>
            </a:r>
            <a:endParaRPr lang="en-US" altLang="ko-KR" b="1" dirty="0"/>
          </a:p>
        </p:txBody>
      </p:sp>
      <p:graphicFrame>
        <p:nvGraphicFramePr>
          <p:cNvPr id="46" name="표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9454560"/>
              </p:ext>
            </p:extLst>
          </p:nvPr>
        </p:nvGraphicFramePr>
        <p:xfrm>
          <a:off x="2046235" y="4858949"/>
          <a:ext cx="6756945" cy="1535322"/>
        </p:xfrm>
        <a:graphic>
          <a:graphicData uri="http://schemas.openxmlformats.org/drawingml/2006/table">
            <a:tbl>
              <a:tblPr/>
              <a:tblGrid>
                <a:gridCol w="1378061">
                  <a:extLst>
                    <a:ext uri="{9D8B030D-6E8A-4147-A177-3AD203B41FA5}">
                      <a16:colId xmlns:a16="http://schemas.microsoft.com/office/drawing/2014/main" val="947947773"/>
                    </a:ext>
                  </a:extLst>
                </a:gridCol>
                <a:gridCol w="5378884">
                  <a:extLst>
                    <a:ext uri="{9D8B030D-6E8A-4147-A177-3AD203B41FA5}">
                      <a16:colId xmlns:a16="http://schemas.microsoft.com/office/drawing/2014/main" val="4205916984"/>
                    </a:ext>
                  </a:extLst>
                </a:gridCol>
              </a:tblGrid>
              <a:tr h="2558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구분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리쿠르팅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실적기준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135546"/>
                  </a:ext>
                </a:extLst>
              </a:tr>
              <a:tr h="2558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TFA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직전 </a:t>
                      </a:r>
                      <a:r>
                        <a:rPr lang="en-US" altLang="ko-KR" sz="12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2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이내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리쿠르팅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유실적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altLang="ko-KR" sz="12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2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 이상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TFA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9633829"/>
                  </a:ext>
                </a:extLst>
              </a:tr>
              <a:tr h="2558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사업본부장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본부산하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사업단 </a:t>
                      </a:r>
                      <a:r>
                        <a:rPr lang="ko-KR" altLang="en-US" sz="12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직전 </a:t>
                      </a:r>
                      <a:r>
                        <a:rPr lang="en-US" altLang="ko-KR" sz="12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r>
                        <a:rPr lang="ko-KR" altLang="en-US" sz="12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개월 </a:t>
                      </a:r>
                      <a:r>
                        <a:rPr lang="ko-KR" alt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리쿠르팅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r>
                        <a:rPr lang="ko-KR" altLang="en-US" sz="12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 이상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사업본부장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2117190"/>
                  </a:ext>
                </a:extLst>
              </a:tr>
              <a:tr h="2558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사업단장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사업단 內 직전 </a:t>
                      </a:r>
                      <a:r>
                        <a:rPr lang="en-US" altLang="ko-KR" sz="12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r>
                        <a:rPr lang="ko-KR" altLang="en-US" sz="12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개월 </a:t>
                      </a:r>
                      <a:r>
                        <a:rPr lang="ko-KR" alt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리쿠르팅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r>
                        <a:rPr lang="ko-KR" altLang="en-US" sz="12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 이상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사업단장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823171"/>
                  </a:ext>
                </a:extLst>
              </a:tr>
              <a:tr h="2558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지점장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지점 內 직전 </a:t>
                      </a:r>
                      <a:r>
                        <a:rPr lang="en-US" altLang="ko-KR" sz="12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r>
                        <a:rPr lang="ko-KR" altLang="en-US" sz="12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개월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리쿠르팅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2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 이상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지점장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6624745"/>
                  </a:ext>
                </a:extLst>
              </a:tr>
              <a:tr h="2558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1" i="0" u="none" strike="noStrike" dirty="0" err="1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로얄</a:t>
                      </a:r>
                      <a:r>
                        <a:rPr lang="ko-KR" altLang="en-US" sz="1200" b="1" i="0" u="none" strike="noStrike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b="1" i="0" u="none" strike="noStrike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</a:t>
                      </a:r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</a:t>
                      </a:r>
                      <a:r>
                        <a:rPr lang="en-US" altLang="ko-KR" sz="12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26.09</a:t>
                      </a:r>
                      <a:r>
                        <a:rPr lang="ko-KR" altLang="en-US" sz="12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月</a:t>
                      </a:r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로얄자격 </a:t>
                      </a:r>
                      <a:r>
                        <a:rPr lang="ko-KR" alt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유지자에</a:t>
                      </a:r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한함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8491063"/>
                  </a:ext>
                </a:extLst>
              </a:tr>
            </a:tbl>
          </a:graphicData>
        </a:graphic>
      </p:graphicFrame>
      <p:sp>
        <p:nvSpPr>
          <p:cNvPr id="47" name="TextBox 46"/>
          <p:cNvSpPr txBox="1"/>
          <p:nvPr/>
        </p:nvSpPr>
        <p:spPr>
          <a:xfrm>
            <a:off x="4821811" y="4631004"/>
            <a:ext cx="40975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latin typeface="a고딕14" panose="02020600000000000000" pitchFamily="18" charset="-127"/>
                <a:ea typeface="a고딕14" panose="02020600000000000000" pitchFamily="18" charset="-127"/>
              </a:rPr>
              <a:t>※ </a:t>
            </a:r>
            <a:r>
              <a:rPr lang="ko-KR" altLang="en-US" sz="1100" b="1" dirty="0" err="1">
                <a:latin typeface="a고딕14" panose="02020600000000000000" pitchFamily="18" charset="-127"/>
                <a:ea typeface="a고딕14" panose="02020600000000000000" pitchFamily="18" charset="-127"/>
              </a:rPr>
              <a:t>실적인원</a:t>
            </a:r>
            <a:r>
              <a:rPr lang="ko-KR" altLang="en-US" sz="1100" b="1" dirty="0">
                <a:latin typeface="a고딕14" panose="02020600000000000000" pitchFamily="18" charset="-127"/>
                <a:ea typeface="a고딕14" panose="02020600000000000000" pitchFamily="18" charset="-127"/>
              </a:rPr>
              <a:t> </a:t>
            </a:r>
            <a:r>
              <a:rPr lang="en-US" altLang="ko-KR" sz="1100" b="1" dirty="0">
                <a:latin typeface="a고딕14" panose="02020600000000000000" pitchFamily="18" charset="-127"/>
                <a:ea typeface="a고딕14" panose="02020600000000000000" pitchFamily="18" charset="-127"/>
              </a:rPr>
              <a:t>: </a:t>
            </a:r>
            <a:r>
              <a:rPr lang="ko-KR" altLang="en-US" sz="1100" b="1" dirty="0" err="1">
                <a:latin typeface="a고딕14" panose="02020600000000000000" pitchFamily="18" charset="-127"/>
                <a:ea typeface="a고딕14" panose="02020600000000000000" pitchFamily="18" charset="-127"/>
              </a:rPr>
              <a:t>지급월</a:t>
            </a:r>
            <a:r>
              <a:rPr lang="ko-KR" altLang="en-US" sz="1100" b="1" dirty="0">
                <a:latin typeface="a고딕14" panose="02020600000000000000" pitchFamily="18" charset="-127"/>
                <a:ea typeface="a고딕14" panose="02020600000000000000" pitchFamily="18" charset="-127"/>
              </a:rPr>
              <a:t> 기준 </a:t>
            </a:r>
            <a:r>
              <a:rPr lang="ko-KR" altLang="en-US" sz="1100" b="1" dirty="0">
                <a:solidFill>
                  <a:srgbClr val="FF0000"/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월평균 정산 환산 </a:t>
            </a:r>
            <a:r>
              <a:rPr lang="en-US" altLang="ko-KR" sz="1100" b="1" dirty="0">
                <a:solidFill>
                  <a:srgbClr val="FF0000"/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30</a:t>
            </a:r>
            <a:r>
              <a:rPr lang="ko-KR" altLang="en-US" sz="1100" b="1" dirty="0">
                <a:solidFill>
                  <a:srgbClr val="FF0000"/>
                </a:solidFill>
                <a:latin typeface="a고딕14" panose="02020600000000000000" pitchFamily="18" charset="-127"/>
                <a:ea typeface="a고딕14" panose="02020600000000000000" pitchFamily="18" charset="-127"/>
              </a:rPr>
              <a:t>万↑</a:t>
            </a:r>
            <a:r>
              <a:rPr lang="ko-KR" altLang="en-US" sz="1100" b="1" dirty="0">
                <a:latin typeface="a고딕14" panose="02020600000000000000" pitchFamily="18" charset="-127"/>
                <a:ea typeface="a고딕14" panose="02020600000000000000" pitchFamily="18" charset="-127"/>
              </a:rPr>
              <a:t> 인원에 한해 인정</a:t>
            </a:r>
          </a:p>
        </p:txBody>
      </p:sp>
    </p:spTree>
    <p:extLst>
      <p:ext uri="{BB962C8B-B14F-4D97-AF65-F5344CB8AC3E}">
        <p14:creationId xmlns:p14="http://schemas.microsoft.com/office/powerpoint/2010/main" val="1694821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그룹 35"/>
          <p:cNvGrpSpPr/>
          <p:nvPr/>
        </p:nvGrpSpPr>
        <p:grpSpPr>
          <a:xfrm>
            <a:off x="1981782" y="2044722"/>
            <a:ext cx="7157367" cy="1339152"/>
            <a:chOff x="2194559" y="2176013"/>
            <a:chExt cx="3901440" cy="1047750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7" name="양쪽 모서리가 둥근 사각형 36"/>
            <p:cNvSpPr/>
            <p:nvPr/>
          </p:nvSpPr>
          <p:spPr>
            <a:xfrm rot="5400000">
              <a:off x="3621404" y="749168"/>
              <a:ext cx="1047750" cy="3901440"/>
            </a:xfrm>
            <a:prstGeom prst="round2SameRect">
              <a:avLst>
                <a:gd name="adj1" fmla="val 8597"/>
                <a:gd name="adj2" fmla="val 0"/>
              </a:avLst>
            </a:prstGeom>
            <a:grpFill/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38" name="양쪽 모서리가 둥근 사각형 4"/>
            <p:cNvSpPr/>
            <p:nvPr/>
          </p:nvSpPr>
          <p:spPr>
            <a:xfrm>
              <a:off x="2194560" y="2227162"/>
              <a:ext cx="3850293" cy="94545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38100" rIns="76200" bIns="38100" numCol="1" spcCol="1270" anchor="ctr" anchorCtr="0">
              <a:noAutofit/>
            </a:bodyPr>
            <a:lstStyle/>
            <a:p>
              <a:pPr marL="342900" indent="-342900">
                <a:spcBef>
                  <a:spcPct val="0"/>
                </a:spcBef>
                <a:defRPr/>
              </a:pPr>
              <a:endParaRPr lang="en-US" altLang="ko-KR" sz="1400" b="1" dirty="0">
                <a:solidFill>
                  <a:schemeClr val="tx1"/>
                </a:solidFill>
                <a:latin typeface="+mn-ea"/>
              </a:endParaRPr>
            </a:p>
            <a:p>
              <a:pPr marL="342900" indent="-342900">
                <a:spcBef>
                  <a:spcPct val="0"/>
                </a:spcBef>
                <a:defRPr/>
              </a:pPr>
              <a:endParaRPr lang="en-US" altLang="ko-KR" sz="1400" b="1" dirty="0">
                <a:solidFill>
                  <a:schemeClr val="tx1"/>
                </a:solidFill>
                <a:latin typeface="+mn-ea"/>
              </a:endParaRPr>
            </a:p>
            <a:p>
              <a:pPr marL="342900" indent="-342900">
                <a:spcBef>
                  <a:spcPct val="0"/>
                </a:spcBef>
                <a:defRPr/>
              </a:pPr>
              <a:r>
                <a:rPr lang="ko-KR" altLang="en-US" sz="1400" b="1" dirty="0">
                  <a:solidFill>
                    <a:schemeClr val="tx1"/>
                  </a:solidFill>
                  <a:latin typeface="+mn-ea"/>
                </a:rPr>
                <a:t>▶</a:t>
              </a:r>
              <a:r>
                <a:rPr lang="en-US" altLang="ko-KR" sz="1400" b="1" dirty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400" b="1" dirty="0">
                  <a:solidFill>
                    <a:srgbClr val="FF0000"/>
                  </a:solidFill>
                  <a:latin typeface="+mn-ea"/>
                </a:rPr>
                <a:t>TFA </a:t>
              </a:r>
              <a:r>
                <a:rPr lang="ko-KR" altLang="en-US" sz="1400" b="1" dirty="0">
                  <a:solidFill>
                    <a:srgbClr val="FF0000"/>
                  </a:solidFill>
                  <a:latin typeface="+mn-ea"/>
                </a:rPr>
                <a:t>본인이 학생인 경우는 불가</a:t>
              </a:r>
              <a:r>
                <a:rPr lang="en-US" altLang="ko-KR" sz="1400" b="1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1400" b="1" dirty="0">
                  <a:solidFill>
                    <a:schemeClr val="tx1"/>
                  </a:solidFill>
                  <a:latin typeface="+mn-ea"/>
                </a:rPr>
                <a:t>배우자 불가</a:t>
              </a:r>
              <a:r>
                <a:rPr lang="en-US" altLang="ko-KR" sz="1400" b="1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1400" b="1" dirty="0">
                  <a:solidFill>
                    <a:srgbClr val="0000FF"/>
                  </a:solidFill>
                  <a:latin typeface="+mn-ea"/>
                </a:rPr>
                <a:t>자녀만 지원</a:t>
              </a:r>
              <a:endParaRPr lang="en-US" altLang="ko-KR" sz="1400" b="1" dirty="0">
                <a:solidFill>
                  <a:srgbClr val="0000FF"/>
                </a:solidFill>
                <a:latin typeface="+mn-ea"/>
              </a:endParaRPr>
            </a:p>
            <a:p>
              <a:pPr marL="342900" indent="-342900">
                <a:spcBef>
                  <a:spcPct val="0"/>
                </a:spcBef>
                <a:defRPr/>
              </a:pPr>
              <a:r>
                <a:rPr lang="en-US" altLang="ko-KR" sz="1200" dirty="0">
                  <a:latin typeface="a고딕14" panose="02020600000000000000" pitchFamily="18" charset="-127"/>
                  <a:ea typeface="a고딕14" panose="02020600000000000000" pitchFamily="18" charset="-127"/>
                </a:rPr>
                <a:t>     ※ </a:t>
              </a:r>
              <a:r>
                <a:rPr lang="ko-KR" altLang="en-US" sz="1200" b="1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여러 자녀에게 </a:t>
              </a:r>
              <a:r>
                <a:rPr lang="ko-KR" altLang="en-US" sz="1200" b="1" dirty="0" err="1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중복지급</a:t>
              </a:r>
              <a:r>
                <a:rPr lang="ko-KR" altLang="en-US" sz="1200" b="1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 불가</a:t>
              </a:r>
              <a:r>
                <a:rPr lang="en-US" altLang="ko-KR" sz="1200" dirty="0">
                  <a:latin typeface="a고딕14" panose="02020600000000000000" pitchFamily="18" charset="-127"/>
                  <a:ea typeface="a고딕14" panose="02020600000000000000" pitchFamily="18" charset="-127"/>
                </a:rPr>
                <a:t>(</a:t>
              </a:r>
              <a:r>
                <a:rPr lang="en-US" altLang="ko-KR" sz="1200" b="1" dirty="0">
                  <a:solidFill>
                    <a:srgbClr val="0000FF"/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TFA 1</a:t>
              </a:r>
              <a:r>
                <a:rPr lang="ko-KR" altLang="en-US" sz="1200" b="1" dirty="0">
                  <a:solidFill>
                    <a:srgbClr val="0000FF"/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명당 </a:t>
              </a:r>
              <a:r>
                <a:rPr lang="en-US" altLang="ko-KR" sz="1200" b="1" dirty="0">
                  <a:solidFill>
                    <a:srgbClr val="0000FF"/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1</a:t>
              </a:r>
              <a:r>
                <a:rPr lang="ko-KR" altLang="en-US" sz="1200" b="1" dirty="0">
                  <a:solidFill>
                    <a:srgbClr val="0000FF"/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자녀</a:t>
              </a:r>
              <a:r>
                <a:rPr lang="ko-KR" altLang="en-US" sz="1200" dirty="0">
                  <a:latin typeface="a고딕14" panose="02020600000000000000" pitchFamily="18" charset="-127"/>
                  <a:ea typeface="a고딕14" panose="02020600000000000000" pitchFamily="18" charset="-127"/>
                </a:rPr>
                <a:t>만 지급 가능</a:t>
              </a:r>
              <a:r>
                <a:rPr lang="en-US" altLang="ko-KR" sz="1200" dirty="0">
                  <a:latin typeface="a고딕14" panose="02020600000000000000" pitchFamily="18" charset="-127"/>
                  <a:ea typeface="a고딕14" panose="02020600000000000000" pitchFamily="18" charset="-127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200" dirty="0">
                  <a:latin typeface="a고딕14" panose="02020600000000000000" pitchFamily="18" charset="-127"/>
                  <a:ea typeface="a고딕14" panose="02020600000000000000" pitchFamily="18" charset="-127"/>
                </a:rPr>
                <a:t>     ※ ’21</a:t>
              </a:r>
              <a:r>
                <a:rPr lang="ko-KR" altLang="en-US" sz="1200" dirty="0">
                  <a:latin typeface="a고딕14" panose="02020600000000000000" pitchFamily="18" charset="-127"/>
                  <a:ea typeface="a고딕14" panose="02020600000000000000" pitchFamily="18" charset="-127"/>
                </a:rPr>
                <a:t>년부터 고등학교 전 학년 </a:t>
              </a:r>
              <a:r>
                <a:rPr lang="ko-KR" altLang="en-US" sz="1200" b="1" dirty="0">
                  <a:latin typeface="a고딕14" panose="02020600000000000000" pitchFamily="18" charset="-127"/>
                  <a:ea typeface="a고딕14" panose="02020600000000000000" pitchFamily="18" charset="-127"/>
                </a:rPr>
                <a:t>무상교육</a:t>
              </a:r>
              <a:r>
                <a:rPr lang="ko-KR" altLang="en-US" sz="1200" dirty="0">
                  <a:latin typeface="a고딕14" panose="02020600000000000000" pitchFamily="18" charset="-127"/>
                  <a:ea typeface="a고딕14" panose="02020600000000000000" pitchFamily="18" charset="-127"/>
                </a:rPr>
                <a:t> 실시로 인해 </a:t>
              </a:r>
              <a:r>
                <a:rPr lang="ko-KR" altLang="en-US" sz="1200" b="1" dirty="0">
                  <a:solidFill>
                    <a:srgbClr val="FF0000"/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고등학교 자녀 </a:t>
              </a:r>
              <a:r>
                <a:rPr lang="ko-KR" altLang="en-US" sz="1200" b="1" dirty="0" err="1">
                  <a:solidFill>
                    <a:srgbClr val="FF0000"/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신청불가</a:t>
              </a:r>
              <a:endParaRPr lang="en-US" altLang="ko-KR" sz="1200" b="1" dirty="0">
                <a:solidFill>
                  <a:srgbClr val="FF0000"/>
                </a:solidFill>
                <a:latin typeface="a고딕14" panose="02020600000000000000" pitchFamily="18" charset="-127"/>
                <a:ea typeface="a고딕14" panose="02020600000000000000" pitchFamily="18" charset="-127"/>
              </a:endParaRPr>
            </a:p>
            <a:p>
              <a:r>
                <a:rPr lang="en-US" altLang="ko-KR" sz="1200" dirty="0">
                  <a:latin typeface="a고딕14" panose="02020600000000000000" pitchFamily="18" charset="-127"/>
                  <a:ea typeface="a고딕14" panose="02020600000000000000" pitchFamily="18" charset="-127"/>
                </a:rPr>
                <a:t>          (</a:t>
              </a:r>
              <a:r>
                <a:rPr lang="ko-KR" altLang="en-US" sz="1200" dirty="0">
                  <a:latin typeface="a고딕14" panose="02020600000000000000" pitchFamily="18" charset="-127"/>
                  <a:ea typeface="a고딕14" panose="02020600000000000000" pitchFamily="18" charset="-127"/>
                </a:rPr>
                <a:t>단</a:t>
              </a:r>
              <a:r>
                <a:rPr lang="en-US" altLang="ko-KR" sz="1200">
                  <a:latin typeface="a고딕14" panose="02020600000000000000" pitchFamily="18" charset="-127"/>
                  <a:ea typeface="a고딕14" panose="02020600000000000000" pitchFamily="18" charset="-127"/>
                </a:rPr>
                <a:t>, </a:t>
              </a:r>
              <a:r>
                <a:rPr lang="ko-KR" altLang="en-US" sz="1200" b="1">
                  <a:solidFill>
                    <a:srgbClr val="0000FF"/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정규수업료 </a:t>
              </a:r>
              <a:r>
                <a:rPr lang="ko-KR" altLang="en-US" sz="1200" b="1" dirty="0">
                  <a:solidFill>
                    <a:srgbClr val="0000FF"/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명목으로 납부된 내역이 있는 고등학교 자녀의 경우 가능</a:t>
              </a:r>
              <a:r>
                <a:rPr lang="en-US" altLang="ko-KR" sz="1200" dirty="0">
                  <a:latin typeface="a고딕14" panose="02020600000000000000" pitchFamily="18" charset="-127"/>
                  <a:ea typeface="a고딕14" panose="02020600000000000000" pitchFamily="18" charset="-127"/>
                </a:rPr>
                <a:t>)</a:t>
              </a:r>
              <a:endParaRPr lang="ko-KR" altLang="en-US" sz="1200" dirty="0">
                <a:latin typeface="a고딕14" panose="02020600000000000000" pitchFamily="18" charset="-127"/>
                <a:ea typeface="a고딕14" panose="02020600000000000000" pitchFamily="18" charset="-127"/>
              </a:endParaRPr>
            </a:p>
            <a:p>
              <a:pPr marL="342900" indent="-342900">
                <a:spcBef>
                  <a:spcPct val="0"/>
                </a:spcBef>
                <a:defRPr/>
              </a:pPr>
              <a:endParaRPr lang="ko-KR" altLang="en-US" sz="1400" dirty="0">
                <a:latin typeface="a고딕14" panose="02020600000000000000" pitchFamily="18" charset="-127"/>
                <a:ea typeface="a고딕14" panose="02020600000000000000" pitchFamily="18" charset="-127"/>
              </a:endParaRPr>
            </a:p>
          </p:txBody>
        </p:sp>
      </p:grpSp>
      <p:sp>
        <p:nvSpPr>
          <p:cNvPr id="12" name="제목 11"/>
          <p:cNvSpPr>
            <a:spLocks noGrp="1"/>
          </p:cNvSpPr>
          <p:nvPr>
            <p:ph type="title"/>
          </p:nvPr>
        </p:nvSpPr>
        <p:spPr>
          <a:xfrm>
            <a:off x="632520" y="58614"/>
            <a:ext cx="8229600" cy="778098"/>
          </a:xfrm>
        </p:spPr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복리후생 </a:t>
            </a:r>
            <a:r>
              <a:rPr lang="en-US" altLang="ko-KR" dirty="0">
                <a:solidFill>
                  <a:schemeClr val="tx1"/>
                </a:solidFill>
              </a:rPr>
              <a:t>– </a:t>
            </a:r>
            <a:r>
              <a:rPr lang="ko-KR" altLang="en-US" dirty="0">
                <a:solidFill>
                  <a:schemeClr val="tx1"/>
                </a:solidFill>
              </a:rPr>
              <a:t>상반기 자녀 장학금 지원</a:t>
            </a:r>
            <a:endParaRPr lang="ko-KR" altLang="en-US" sz="1500" b="0" dirty="0">
              <a:solidFill>
                <a:schemeClr val="tx1"/>
              </a:solidFill>
            </a:endParaRPr>
          </a:p>
        </p:txBody>
      </p:sp>
      <p:sp>
        <p:nvSpPr>
          <p:cNvPr id="14" name="양쪽 모서리가 둥근 사각형 13"/>
          <p:cNvSpPr/>
          <p:nvPr/>
        </p:nvSpPr>
        <p:spPr>
          <a:xfrm rot="16200000">
            <a:off x="1059758" y="919145"/>
            <a:ext cx="593566" cy="1160008"/>
          </a:xfrm>
          <a:prstGeom prst="round2SameRect">
            <a:avLst/>
          </a:prstGeom>
          <a:noFill/>
          <a:ln w="19050">
            <a:solidFill>
              <a:schemeClr val="accent1">
                <a:alpha val="90000"/>
              </a:schemeClr>
            </a:solidFill>
          </a:ln>
          <a:effectLst>
            <a:outerShdw blurRad="38100" dist="38100" dir="27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vert="vert" anchor="ctr"/>
          <a:lstStyle/>
          <a:p>
            <a:pPr algn="ctr"/>
            <a:r>
              <a:rPr lang="ko-KR" altLang="en-US" b="1" dirty="0"/>
              <a:t>신청자격</a:t>
            </a:r>
          </a:p>
        </p:txBody>
      </p:sp>
      <p:grpSp>
        <p:nvGrpSpPr>
          <p:cNvPr id="23" name="그룹 22"/>
          <p:cNvGrpSpPr/>
          <p:nvPr/>
        </p:nvGrpSpPr>
        <p:grpSpPr>
          <a:xfrm>
            <a:off x="1981781" y="1202365"/>
            <a:ext cx="7157367" cy="593567"/>
            <a:chOff x="2194559" y="2176013"/>
            <a:chExt cx="3901440" cy="1047750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4" name="양쪽 모서리가 둥근 사각형 23"/>
            <p:cNvSpPr/>
            <p:nvPr/>
          </p:nvSpPr>
          <p:spPr>
            <a:xfrm rot="5400000">
              <a:off x="3621404" y="749168"/>
              <a:ext cx="1047750" cy="3901440"/>
            </a:xfrm>
            <a:prstGeom prst="round2SameRect">
              <a:avLst/>
            </a:prstGeom>
            <a:grpFill/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5" name="양쪽 모서리가 둥근 사각형 4"/>
            <p:cNvSpPr/>
            <p:nvPr/>
          </p:nvSpPr>
          <p:spPr>
            <a:xfrm>
              <a:off x="2194560" y="2227162"/>
              <a:ext cx="3850293" cy="945456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38100" rIns="76200" bIns="38100" numCol="1" spcCol="1270" anchor="ctr" anchorCtr="0">
              <a:noAutofit/>
            </a:bodyPr>
            <a:lstStyle/>
            <a:p>
              <a:pPr marL="342900" indent="-342900">
                <a:spcBef>
                  <a:spcPct val="0"/>
                </a:spcBef>
                <a:defRPr/>
              </a:pPr>
              <a:r>
                <a:rPr lang="ko-KR" altLang="en-US" sz="1400" b="1" dirty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ko-KR" altLang="en-US" sz="1400" b="1" dirty="0" err="1">
                  <a:solidFill>
                    <a:schemeClr val="tx1"/>
                  </a:solidFill>
                  <a:latin typeface="+mn-ea"/>
                </a:rPr>
                <a:t>위촉자</a:t>
              </a:r>
              <a:r>
                <a:rPr lang="ko-KR" altLang="en-US" sz="1400" b="1" dirty="0">
                  <a:solidFill>
                    <a:schemeClr val="tx1"/>
                  </a:solidFill>
                  <a:latin typeface="+mn-ea"/>
                </a:rPr>
                <a:t> 중 </a:t>
              </a:r>
              <a:r>
                <a:rPr lang="ko-KR" altLang="en-US" sz="1400" b="1" dirty="0" err="1">
                  <a:solidFill>
                    <a:srgbClr val="0000FF"/>
                  </a:solidFill>
                  <a:latin typeface="+mn-ea"/>
                </a:rPr>
                <a:t>업적달성</a:t>
              </a:r>
              <a:r>
                <a:rPr lang="en-US" altLang="ko-KR" sz="1400" b="1" dirty="0">
                  <a:solidFill>
                    <a:srgbClr val="0000FF"/>
                  </a:solidFill>
                  <a:latin typeface="+mn-ea"/>
                </a:rPr>
                <a:t>&amp;</a:t>
              </a:r>
              <a:r>
                <a:rPr lang="ko-KR" altLang="en-US" sz="1400" b="1" dirty="0" err="1">
                  <a:solidFill>
                    <a:srgbClr val="0000FF"/>
                  </a:solidFill>
                  <a:latin typeface="+mn-ea"/>
                </a:rPr>
                <a:t>리쿠르팅</a:t>
              </a:r>
              <a:r>
                <a:rPr lang="ko-KR" altLang="en-US" sz="1400" b="1" dirty="0">
                  <a:solidFill>
                    <a:srgbClr val="0000FF"/>
                  </a:solidFill>
                  <a:latin typeface="+mn-ea"/>
                </a:rPr>
                <a:t> </a:t>
              </a:r>
              <a:r>
                <a:rPr lang="ko-KR" altLang="en-US" sz="1400" b="1" dirty="0">
                  <a:solidFill>
                    <a:schemeClr val="tx1"/>
                  </a:solidFill>
                  <a:latin typeface="+mn-ea"/>
                </a:rPr>
                <a:t>달성 대상자</a:t>
              </a:r>
              <a:endParaRPr lang="en-US" altLang="ko-KR" sz="1400" b="1" dirty="0">
                <a:solidFill>
                  <a:schemeClr val="tx1"/>
                </a:solidFill>
                <a:latin typeface="+mn-ea"/>
              </a:endParaRPr>
            </a:p>
            <a:p>
              <a:pPr marL="342900" indent="-342900">
                <a:spcBef>
                  <a:spcPct val="0"/>
                </a:spcBef>
                <a:defRPr/>
              </a:pPr>
              <a:r>
                <a:rPr lang="en-US" altLang="ko-KR" sz="1400" b="1" dirty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200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※ </a:t>
              </a:r>
              <a:r>
                <a:rPr lang="ko-KR" altLang="en-US" sz="1200" dirty="0" err="1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리쿠르팅</a:t>
              </a:r>
              <a:r>
                <a:rPr lang="ko-KR" altLang="en-US" sz="1200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 </a:t>
              </a:r>
              <a:r>
                <a:rPr lang="ko-KR" altLang="en-US" sz="1200" dirty="0" err="1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미달성자</a:t>
              </a:r>
              <a:r>
                <a:rPr lang="ko-KR" altLang="en-US" sz="1200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 </a:t>
              </a:r>
              <a:r>
                <a:rPr lang="en-US" altLang="ko-KR" sz="1200" dirty="0">
                  <a:solidFill>
                    <a:srgbClr val="FF0000"/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33% </a:t>
              </a:r>
              <a:r>
                <a:rPr lang="ko-KR" altLang="en-US" sz="1200" dirty="0">
                  <a:solidFill>
                    <a:srgbClr val="FF0000"/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지급</a:t>
              </a:r>
              <a:endParaRPr lang="en-US" altLang="ko-KR" sz="1200" dirty="0">
                <a:solidFill>
                  <a:schemeClr val="tx1"/>
                </a:solidFill>
                <a:latin typeface="a고딕14" panose="02020600000000000000" pitchFamily="18" charset="-127"/>
                <a:ea typeface="a고딕14" panose="02020600000000000000" pitchFamily="18" charset="-127"/>
                <a:cs typeface="Times New Roman" pitchFamily="18" charset="0"/>
              </a:endParaRPr>
            </a:p>
          </p:txBody>
        </p:sp>
      </p:grpSp>
      <p:sp>
        <p:nvSpPr>
          <p:cNvPr id="35" name="양쪽 모서리가 둥근 사각형 34"/>
          <p:cNvSpPr/>
          <p:nvPr/>
        </p:nvSpPr>
        <p:spPr>
          <a:xfrm rot="16200000">
            <a:off x="686966" y="2134294"/>
            <a:ext cx="1339152" cy="1160008"/>
          </a:xfrm>
          <a:prstGeom prst="round2SameRect">
            <a:avLst/>
          </a:prstGeom>
          <a:noFill/>
          <a:ln w="19050">
            <a:solidFill>
              <a:schemeClr val="accent1">
                <a:alpha val="90000"/>
              </a:schemeClr>
            </a:solidFill>
          </a:ln>
          <a:effectLst>
            <a:outerShdw blurRad="38100" dist="38100" dir="27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vert="vert" anchor="ctr"/>
          <a:lstStyle/>
          <a:p>
            <a:pPr algn="ctr"/>
            <a:r>
              <a:rPr lang="ko-KR" altLang="en-US" b="1" dirty="0" err="1"/>
              <a:t>신청대상</a:t>
            </a:r>
            <a:endParaRPr lang="ko-KR" altLang="en-US" b="1" dirty="0"/>
          </a:p>
        </p:txBody>
      </p:sp>
      <p:sp>
        <p:nvSpPr>
          <p:cNvPr id="39" name="직사각형 38"/>
          <p:cNvSpPr/>
          <p:nvPr/>
        </p:nvSpPr>
        <p:spPr>
          <a:xfrm>
            <a:off x="2069916" y="2127834"/>
            <a:ext cx="933633" cy="22890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984436" y="2094207"/>
            <a:ext cx="11448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대학생 자녀</a:t>
            </a:r>
          </a:p>
        </p:txBody>
      </p:sp>
      <p:sp>
        <p:nvSpPr>
          <p:cNvPr id="40" name="양쪽 모서리가 둥근 사각형 39"/>
          <p:cNvSpPr/>
          <p:nvPr/>
        </p:nvSpPr>
        <p:spPr>
          <a:xfrm rot="16200000">
            <a:off x="45785" y="4374383"/>
            <a:ext cx="2643448" cy="1160008"/>
          </a:xfrm>
          <a:prstGeom prst="round2SameRect">
            <a:avLst/>
          </a:prstGeom>
          <a:noFill/>
          <a:ln w="19050">
            <a:solidFill>
              <a:schemeClr val="accent1">
                <a:alpha val="90000"/>
              </a:schemeClr>
            </a:solidFill>
          </a:ln>
          <a:effectLst>
            <a:outerShdw blurRad="38100" dist="38100" dir="27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vert="vert" anchor="ctr"/>
          <a:lstStyle/>
          <a:p>
            <a:pPr algn="ctr"/>
            <a:r>
              <a:rPr lang="ko-KR" altLang="en-US" b="1" dirty="0"/>
              <a:t>제출서류</a:t>
            </a:r>
          </a:p>
        </p:txBody>
      </p:sp>
      <p:grpSp>
        <p:nvGrpSpPr>
          <p:cNvPr id="41" name="그룹 40"/>
          <p:cNvGrpSpPr/>
          <p:nvPr/>
        </p:nvGrpSpPr>
        <p:grpSpPr>
          <a:xfrm>
            <a:off x="1992749" y="3632662"/>
            <a:ext cx="7157367" cy="2643448"/>
            <a:chOff x="2194559" y="2176013"/>
            <a:chExt cx="3901440" cy="1047750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2" name="양쪽 모서리가 둥근 사각형 41"/>
            <p:cNvSpPr/>
            <p:nvPr/>
          </p:nvSpPr>
          <p:spPr>
            <a:xfrm rot="5400000">
              <a:off x="3621404" y="749168"/>
              <a:ext cx="1047750" cy="3901440"/>
            </a:xfrm>
            <a:prstGeom prst="round2SameRect">
              <a:avLst>
                <a:gd name="adj1" fmla="val 4981"/>
                <a:gd name="adj2" fmla="val 0"/>
              </a:avLst>
            </a:prstGeom>
            <a:grpFill/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43" name="양쪽 모서리가 둥근 사각형 4"/>
            <p:cNvSpPr/>
            <p:nvPr/>
          </p:nvSpPr>
          <p:spPr>
            <a:xfrm>
              <a:off x="2194560" y="2224322"/>
              <a:ext cx="3807480" cy="97381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38100" rIns="76200" bIns="38100" numCol="1" spcCol="1270" anchor="b" anchorCtr="0">
              <a:noAutofit/>
            </a:bodyPr>
            <a:lstStyle/>
            <a:p>
              <a:pPr marL="342900" indent="-342900">
                <a:lnSpc>
                  <a:spcPct val="150000"/>
                </a:lnSpc>
                <a:spcBef>
                  <a:spcPct val="0"/>
                </a:spcBef>
                <a:defRPr/>
              </a:pPr>
              <a:r>
                <a:rPr lang="en-US" altLang="ko-KR" sz="1200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 </a:t>
              </a:r>
              <a:r>
                <a:rPr lang="en-US" altLang="ko-KR" sz="1200" b="1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※ </a:t>
              </a:r>
              <a:r>
                <a:rPr lang="ko-KR" altLang="en-US" sz="1200" b="1" dirty="0" err="1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해외학교</a:t>
              </a:r>
              <a:r>
                <a:rPr lang="ko-KR" altLang="en-US" sz="1200" b="1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 재학중인 자녀</a:t>
              </a:r>
              <a:r>
                <a:rPr lang="ko-KR" altLang="en-US" sz="1200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에 대해서 고등학생 </a:t>
              </a:r>
              <a:r>
                <a:rPr lang="en-US" altLang="ko-KR" sz="1200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or </a:t>
              </a:r>
              <a:r>
                <a:rPr lang="ko-KR" altLang="en-US" sz="1200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대학생에 따라 </a:t>
              </a:r>
              <a:r>
                <a:rPr lang="ko-KR" altLang="en-US" sz="1200" b="1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제출서류 같음</a:t>
              </a:r>
              <a:endParaRPr lang="en-US" altLang="ko-KR" sz="1200" b="1" dirty="0">
                <a:solidFill>
                  <a:schemeClr val="tx1"/>
                </a:solidFill>
                <a:latin typeface="a고딕14" panose="02020600000000000000" pitchFamily="18" charset="-127"/>
                <a:ea typeface="a고딕14" panose="02020600000000000000" pitchFamily="18" charset="-127"/>
                <a:cs typeface="Times New Roman" pitchFamily="18" charset="0"/>
              </a:endParaRPr>
            </a:p>
            <a:p>
              <a:pPr marL="342900" indent="-342900">
                <a:lnSpc>
                  <a:spcPct val="150000"/>
                </a:lnSpc>
                <a:spcBef>
                  <a:spcPct val="0"/>
                </a:spcBef>
                <a:defRPr/>
              </a:pPr>
              <a:r>
                <a:rPr lang="en-US" altLang="ko-KR" sz="1200" b="1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 ※ </a:t>
              </a:r>
              <a:r>
                <a:rPr lang="ko-KR" altLang="en-US" sz="1200" b="1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가족관계증명서 필수 제출이며</a:t>
              </a:r>
              <a:r>
                <a:rPr lang="en-US" altLang="ko-KR" sz="1200" b="1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, </a:t>
              </a:r>
              <a:r>
                <a:rPr lang="ko-KR" altLang="en-US" sz="1200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가족관계증명서에</a:t>
              </a:r>
              <a:r>
                <a:rPr lang="ko-KR" altLang="en-US" sz="1200" b="1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 </a:t>
              </a:r>
              <a:r>
                <a:rPr lang="en-US" altLang="ko-KR" sz="1200" b="1" dirty="0">
                  <a:solidFill>
                    <a:srgbClr val="FF0000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TFA </a:t>
              </a:r>
              <a:r>
                <a:rPr lang="ko-KR" altLang="en-US" sz="1200" b="1" dirty="0">
                  <a:solidFill>
                    <a:srgbClr val="FF0000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본인 주민번호 전체 표시</a:t>
              </a:r>
              <a:r>
                <a:rPr lang="ko-KR" altLang="en-US" sz="1200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되어야 함</a:t>
              </a:r>
              <a:endParaRPr lang="en-US" altLang="ko-KR" sz="1200" dirty="0">
                <a:solidFill>
                  <a:schemeClr val="tx1"/>
                </a:solidFill>
                <a:latin typeface="a고딕14" panose="02020600000000000000" pitchFamily="18" charset="-127"/>
                <a:ea typeface="a고딕14" panose="02020600000000000000" pitchFamily="18" charset="-127"/>
                <a:cs typeface="Times New Roman" pitchFamily="18" charset="0"/>
              </a:endParaRPr>
            </a:p>
            <a:p>
              <a:pPr marL="342900" indent="-342900">
                <a:lnSpc>
                  <a:spcPct val="150000"/>
                </a:lnSpc>
                <a:spcBef>
                  <a:spcPct val="0"/>
                </a:spcBef>
                <a:defRPr/>
              </a:pPr>
              <a:r>
                <a:rPr lang="en-US" altLang="ko-KR" sz="1200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   </a:t>
              </a:r>
              <a:r>
                <a:rPr lang="en-US" altLang="ko-KR" sz="1050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   * </a:t>
              </a:r>
              <a:r>
                <a:rPr lang="ko-KR" altLang="en-US" sz="1050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본인 </a:t>
              </a:r>
              <a:r>
                <a:rPr lang="en-US" altLang="ko-KR" sz="1050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or </a:t>
              </a:r>
              <a:r>
                <a:rPr lang="ko-KR" altLang="en-US" sz="1050" dirty="0" err="1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자녀기준</a:t>
              </a:r>
              <a:r>
                <a:rPr lang="ko-KR" altLang="en-US" sz="1050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 발급 가능 </a:t>
              </a:r>
              <a:r>
                <a:rPr lang="en-US" altLang="ko-KR" sz="1050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/ </a:t>
              </a:r>
              <a:r>
                <a:rPr lang="ko-KR" altLang="en-US" sz="1050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등본 가능</a:t>
              </a:r>
              <a:r>
                <a:rPr lang="en-US" altLang="ko-KR" sz="1050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(</a:t>
              </a:r>
              <a:r>
                <a:rPr lang="ko-KR" altLang="en-US" sz="1050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가족관계 표시</a:t>
              </a:r>
              <a:r>
                <a:rPr lang="en-US" altLang="ko-KR" sz="1050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)</a:t>
              </a:r>
            </a:p>
            <a:p>
              <a:pPr marL="342900" indent="-342900">
                <a:lnSpc>
                  <a:spcPct val="150000"/>
                </a:lnSpc>
                <a:spcBef>
                  <a:spcPct val="0"/>
                </a:spcBef>
                <a:defRPr/>
              </a:pPr>
              <a:r>
                <a:rPr lang="en-US" altLang="ko-KR" sz="1200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 </a:t>
              </a:r>
              <a:r>
                <a:rPr lang="en-US" altLang="ko-KR" sz="1200" b="1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※ </a:t>
              </a:r>
              <a:r>
                <a:rPr lang="ko-KR" altLang="en-US" sz="1200" b="1" dirty="0">
                  <a:solidFill>
                    <a:srgbClr val="FF0000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장학금</a:t>
              </a:r>
              <a:r>
                <a:rPr lang="ko-KR" altLang="en-US" sz="1200" b="1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 수령</a:t>
              </a:r>
              <a:r>
                <a:rPr lang="en-US" altLang="ko-KR" sz="1200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(</a:t>
              </a:r>
              <a:r>
                <a:rPr lang="ko-KR" altLang="en-US" sz="1200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성적우수</a:t>
              </a:r>
              <a:r>
                <a:rPr lang="en-US" altLang="ko-KR" sz="1200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, </a:t>
              </a:r>
              <a:r>
                <a:rPr lang="ko-KR" altLang="en-US" sz="1200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국가장학금</a:t>
              </a:r>
              <a:r>
                <a:rPr lang="en-US" altLang="ko-KR" sz="1200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, </a:t>
              </a:r>
              <a:r>
                <a:rPr lang="ko-KR" altLang="en-US" sz="1200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정부기관 </a:t>
              </a:r>
              <a:r>
                <a:rPr lang="ko-KR" altLang="en-US" sz="1200" dirty="0" err="1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개별지원</a:t>
              </a:r>
              <a:r>
                <a:rPr lang="ko-KR" altLang="en-US" sz="1200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 등</a:t>
              </a:r>
              <a:r>
                <a:rPr lang="en-US" altLang="ko-KR" sz="1200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)</a:t>
              </a:r>
              <a:r>
                <a:rPr lang="ko-KR" altLang="en-US" sz="1200" b="1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으로 수업료 </a:t>
              </a:r>
              <a:r>
                <a:rPr lang="ko-KR" altLang="en-US" sz="1200" b="1" dirty="0" err="1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납부내역이</a:t>
              </a:r>
              <a:r>
                <a:rPr lang="ko-KR" altLang="en-US" sz="1200" b="1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 없는 경우</a:t>
              </a:r>
              <a:endParaRPr lang="en-US" altLang="ko-KR" sz="1200" b="1" dirty="0">
                <a:solidFill>
                  <a:schemeClr val="tx1"/>
                </a:solidFill>
                <a:latin typeface="a고딕14" panose="02020600000000000000" pitchFamily="18" charset="-127"/>
                <a:ea typeface="a고딕14" panose="02020600000000000000" pitchFamily="18" charset="-127"/>
                <a:cs typeface="Times New Roman" pitchFamily="18" charset="0"/>
              </a:endParaRPr>
            </a:p>
            <a:p>
              <a:pPr marL="342900" indent="-342900">
                <a:lnSpc>
                  <a:spcPct val="150000"/>
                </a:lnSpc>
                <a:spcBef>
                  <a:spcPct val="0"/>
                </a:spcBef>
                <a:defRPr/>
              </a:pPr>
              <a:r>
                <a:rPr lang="en-US" altLang="ko-KR" sz="1100" b="1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      </a:t>
              </a:r>
              <a:r>
                <a:rPr lang="en-US" altLang="ko-KR" sz="1200" b="1" dirty="0">
                  <a:solidFill>
                    <a:srgbClr val="0000FF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0</a:t>
              </a:r>
              <a:r>
                <a:rPr lang="ko-KR" altLang="en-US" sz="1200" b="1">
                  <a:solidFill>
                    <a:srgbClr val="0000FF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원 납입영수증</a:t>
              </a:r>
              <a:r>
                <a:rPr lang="en-US" altLang="ko-KR" sz="1200" b="1">
                  <a:solidFill>
                    <a:srgbClr val="FF0000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(</a:t>
              </a:r>
              <a:r>
                <a:rPr lang="ko-KR" altLang="en-US" sz="1200" b="1">
                  <a:solidFill>
                    <a:srgbClr val="FF0000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납부액 </a:t>
              </a:r>
              <a:r>
                <a:rPr lang="en-US" altLang="ko-KR" sz="1200" b="1">
                  <a:solidFill>
                    <a:srgbClr val="FF0000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0</a:t>
              </a:r>
              <a:r>
                <a:rPr lang="ko-KR" altLang="en-US" sz="1200" b="1">
                  <a:solidFill>
                    <a:srgbClr val="FF0000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원</a:t>
              </a:r>
              <a:r>
                <a:rPr lang="en-US" altLang="ko-KR" sz="1200" b="1">
                  <a:solidFill>
                    <a:srgbClr val="FF0000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)</a:t>
              </a:r>
              <a:r>
                <a:rPr lang="ko-KR" altLang="en-US" sz="120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이나</a:t>
              </a:r>
              <a:r>
                <a:rPr lang="ko-KR" altLang="en-US" sz="1200" b="1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 </a:t>
              </a:r>
              <a:r>
                <a:rPr lang="ko-KR" altLang="en-US" sz="1200" b="1" dirty="0">
                  <a:solidFill>
                    <a:srgbClr val="0000FF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증빙 첨부</a:t>
              </a:r>
              <a:r>
                <a:rPr lang="ko-KR" altLang="en-US" sz="1200" b="1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 </a:t>
              </a:r>
              <a:r>
                <a:rPr lang="ko-KR" altLang="en-US" sz="1200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필수</a:t>
              </a:r>
              <a:endParaRPr lang="en-US" altLang="ko-KR" sz="1200" dirty="0">
                <a:solidFill>
                  <a:schemeClr val="tx1"/>
                </a:solidFill>
                <a:latin typeface="a고딕14" panose="02020600000000000000" pitchFamily="18" charset="-127"/>
                <a:ea typeface="a고딕14" panose="02020600000000000000" pitchFamily="18" charset="-127"/>
                <a:cs typeface="Times New Roman" pitchFamily="18" charset="0"/>
              </a:endParaRPr>
            </a:p>
            <a:p>
              <a:pPr marL="342900" indent="-342900">
                <a:lnSpc>
                  <a:spcPct val="150000"/>
                </a:lnSpc>
                <a:spcBef>
                  <a:spcPct val="0"/>
                </a:spcBef>
                <a:defRPr/>
              </a:pPr>
              <a:r>
                <a:rPr lang="en-US" altLang="ko-KR" sz="1200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    </a:t>
              </a:r>
              <a:r>
                <a:rPr lang="en-US" altLang="ko-KR" sz="1050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  * </a:t>
              </a:r>
              <a:r>
                <a:rPr lang="ko-KR" altLang="en-US" sz="1050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단</a:t>
              </a:r>
              <a:r>
                <a:rPr lang="en-US" altLang="ko-KR" sz="1050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, </a:t>
              </a:r>
              <a:r>
                <a:rPr lang="ko-KR" altLang="en-US" sz="1050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학교 자체에서 수업료 발생이 없는 경우면 혜택 제외</a:t>
              </a:r>
              <a:r>
                <a:rPr lang="en-US" altLang="ko-KR" sz="1050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(</a:t>
              </a:r>
              <a:r>
                <a:rPr lang="ko-KR" altLang="en-US" sz="1050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국고지원학교</a:t>
              </a:r>
              <a:r>
                <a:rPr lang="en-US" altLang="ko-KR" sz="1050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, </a:t>
              </a:r>
              <a:r>
                <a:rPr lang="ko-KR" altLang="en-US" sz="1050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무상지원학교 등</a:t>
              </a:r>
              <a:r>
                <a:rPr lang="en-US" altLang="ko-KR" sz="1050" dirty="0">
                  <a:solidFill>
                    <a:schemeClr val="tx1"/>
                  </a:solidFill>
                  <a:latin typeface="a고딕14" panose="02020600000000000000" pitchFamily="18" charset="-127"/>
                  <a:ea typeface="a고딕14" panose="02020600000000000000" pitchFamily="18" charset="-127"/>
                  <a:cs typeface="Times New Roman" pitchFamily="18" charset="0"/>
                </a:rPr>
                <a:t>)</a:t>
              </a:r>
            </a:p>
          </p:txBody>
        </p:sp>
      </p:grpSp>
      <p:sp>
        <p:nvSpPr>
          <p:cNvPr id="44" name="모서리가 둥근 직사각형 43"/>
          <p:cNvSpPr/>
          <p:nvPr/>
        </p:nvSpPr>
        <p:spPr>
          <a:xfrm>
            <a:off x="2069915" y="3772412"/>
            <a:ext cx="6356909" cy="742642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chemeClr val="tx1"/>
                </a:solidFill>
              </a:rPr>
              <a:t>                                   ①신청서</a:t>
            </a:r>
            <a:r>
              <a:rPr lang="en-US" altLang="ko-KR" sz="1200" b="1" dirty="0">
                <a:solidFill>
                  <a:schemeClr val="tx1"/>
                </a:solidFill>
              </a:rPr>
              <a:t>,  </a:t>
            </a:r>
            <a:r>
              <a:rPr lang="ko-KR" altLang="en-US" sz="1200" b="1" dirty="0">
                <a:solidFill>
                  <a:schemeClr val="tx1"/>
                </a:solidFill>
              </a:rPr>
              <a:t>②가족관계증명서</a:t>
            </a:r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ko-KR" altLang="en-US" sz="1200" b="1" dirty="0">
                <a:solidFill>
                  <a:srgbClr val="0000FF"/>
                </a:solidFill>
              </a:rPr>
              <a:t>주민번호 뒷자리</a:t>
            </a:r>
            <a:r>
              <a:rPr lang="ko-KR" altLang="en-US" sz="1200" b="1" dirty="0">
                <a:solidFill>
                  <a:schemeClr val="tx1"/>
                </a:solidFill>
              </a:rPr>
              <a:t>까지 표기</a:t>
            </a:r>
            <a:r>
              <a:rPr lang="en-US" altLang="ko-KR" sz="1200" b="1" dirty="0">
                <a:solidFill>
                  <a:schemeClr val="tx1"/>
                </a:solidFill>
              </a:rPr>
              <a:t>), 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tx1"/>
                </a:solidFill>
              </a:rPr>
              <a:t>                                   </a:t>
            </a:r>
            <a:r>
              <a:rPr lang="ko-KR" altLang="en-US" sz="1200" b="1" dirty="0">
                <a:solidFill>
                  <a:schemeClr val="tx1"/>
                </a:solidFill>
              </a:rPr>
              <a:t>③재학증명서</a:t>
            </a:r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en-US" altLang="ko-KR" sz="1200" b="1" dirty="0">
                <a:solidFill>
                  <a:srgbClr val="0000FF"/>
                </a:solidFill>
              </a:rPr>
              <a:t>26</a:t>
            </a:r>
            <a:r>
              <a:rPr lang="ko-KR" altLang="en-US" sz="1200" b="1" dirty="0">
                <a:solidFill>
                  <a:srgbClr val="0000FF"/>
                </a:solidFill>
              </a:rPr>
              <a:t>년 </a:t>
            </a:r>
            <a:r>
              <a:rPr lang="en-US" altLang="ko-KR" sz="1200" b="1" dirty="0">
                <a:solidFill>
                  <a:srgbClr val="0000FF"/>
                </a:solidFill>
              </a:rPr>
              <a:t>8</a:t>
            </a:r>
            <a:r>
              <a:rPr lang="ko-KR" altLang="en-US" sz="1200" b="1" dirty="0">
                <a:solidFill>
                  <a:srgbClr val="0000FF"/>
                </a:solidFill>
              </a:rPr>
              <a:t>월 기준</a:t>
            </a:r>
            <a:r>
              <a:rPr lang="ko-KR" altLang="en-US" sz="1200" b="1" dirty="0">
                <a:solidFill>
                  <a:schemeClr val="tx1"/>
                </a:solidFill>
              </a:rPr>
              <a:t> 발급 </a:t>
            </a:r>
            <a:r>
              <a:rPr lang="en-US" altLang="ko-KR" sz="1200" b="1" dirty="0">
                <a:solidFill>
                  <a:schemeClr val="tx1"/>
                </a:solidFill>
              </a:rPr>
              <a:t>/ </a:t>
            </a:r>
            <a:r>
              <a:rPr lang="ko-KR" altLang="en-US" sz="1200" b="1" dirty="0">
                <a:solidFill>
                  <a:srgbClr val="FF0000"/>
                </a:solidFill>
              </a:rPr>
              <a:t>신입생</a:t>
            </a:r>
            <a:r>
              <a:rPr lang="ko-KR" altLang="en-US" sz="1200" b="1" dirty="0">
                <a:solidFill>
                  <a:schemeClr val="tx1"/>
                </a:solidFill>
              </a:rPr>
              <a:t>은 </a:t>
            </a:r>
            <a:r>
              <a:rPr lang="ko-KR" altLang="en-US" sz="1200" b="1" dirty="0">
                <a:solidFill>
                  <a:srgbClr val="FF0000"/>
                </a:solidFill>
              </a:rPr>
              <a:t>입학증명서</a:t>
            </a:r>
            <a:r>
              <a:rPr lang="ko-KR" altLang="en-US" sz="1200" b="1" dirty="0">
                <a:solidFill>
                  <a:schemeClr val="tx1"/>
                </a:solidFill>
              </a:rPr>
              <a:t> 제출 가능</a:t>
            </a:r>
            <a:r>
              <a:rPr lang="en-US" altLang="ko-KR" sz="1200" b="1" dirty="0">
                <a:solidFill>
                  <a:schemeClr val="tx1"/>
                </a:solidFill>
              </a:rPr>
              <a:t>), 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tx1"/>
                </a:solidFill>
              </a:rPr>
              <a:t>                                   </a:t>
            </a:r>
            <a:r>
              <a:rPr lang="ko-KR" altLang="en-US" sz="1200" b="1" dirty="0">
                <a:solidFill>
                  <a:schemeClr val="tx1"/>
                </a:solidFill>
              </a:rPr>
              <a:t>④수업료 납부영수증</a:t>
            </a:r>
            <a:r>
              <a:rPr lang="en-US" altLang="ko-KR" sz="1200" b="1" dirty="0">
                <a:solidFill>
                  <a:schemeClr val="tx1"/>
                </a:solidFill>
              </a:rPr>
              <a:t>(</a:t>
            </a:r>
            <a:r>
              <a:rPr lang="ko-KR" altLang="en-US" sz="1200" b="1" dirty="0">
                <a:solidFill>
                  <a:srgbClr val="0000FF"/>
                </a:solidFill>
              </a:rPr>
              <a:t>학교에서 발급 </a:t>
            </a:r>
            <a:r>
              <a:rPr lang="en-US" altLang="ko-KR" sz="1200" b="1" dirty="0">
                <a:solidFill>
                  <a:srgbClr val="0000FF"/>
                </a:solidFill>
              </a:rPr>
              <a:t>/ </a:t>
            </a:r>
            <a:r>
              <a:rPr lang="ko-KR" altLang="en-US" sz="1200" b="1" dirty="0">
                <a:solidFill>
                  <a:srgbClr val="FF0000"/>
                </a:solidFill>
              </a:rPr>
              <a:t>납부완료 직인</a:t>
            </a:r>
            <a:r>
              <a:rPr lang="ko-KR" altLang="en-US" sz="1200" b="1" dirty="0">
                <a:solidFill>
                  <a:srgbClr val="0000FF"/>
                </a:solidFill>
              </a:rPr>
              <a:t> 필요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45" name="모서리가 둥근 직사각형 44"/>
          <p:cNvSpPr/>
          <p:nvPr/>
        </p:nvSpPr>
        <p:spPr>
          <a:xfrm>
            <a:off x="2069916" y="3772412"/>
            <a:ext cx="1271800" cy="74264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대학생</a:t>
            </a:r>
            <a:endParaRPr lang="en-US" altLang="ko-KR" sz="1200" b="1" dirty="0">
              <a:solidFill>
                <a:schemeClr val="tx1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&amp;</a:t>
            </a:r>
            <a:endParaRPr lang="en-US" altLang="ko-KR" sz="1100" b="1" dirty="0">
              <a:solidFill>
                <a:schemeClr val="tx1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lvl="0" algn="ctr"/>
            <a:r>
              <a:rPr lang="ko-KR" altLang="en-US" sz="1200" b="1" dirty="0">
                <a:solidFill>
                  <a:prstClr val="black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고등학생</a:t>
            </a:r>
            <a:endParaRPr lang="en-US" altLang="ko-KR" sz="1200" b="1" dirty="0">
              <a:solidFill>
                <a:prstClr val="black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lvl="0" algn="ctr"/>
            <a:r>
              <a:rPr lang="en-US" altLang="ko-KR" sz="800" b="1" spc="-100" dirty="0">
                <a:solidFill>
                  <a:prstClr val="black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800" b="1" spc="-100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수업료납부</a:t>
            </a:r>
            <a:r>
              <a:rPr lang="ko-KR" altLang="en-US" sz="800" b="1" spc="-100" dirty="0">
                <a:solidFill>
                  <a:srgbClr val="FF0000"/>
                </a:solidFill>
                <a:latin typeface="맑은 고딕" panose="020B0503020000020004" pitchFamily="50" charset="-127"/>
              </a:rPr>
              <a:t> 학교</a:t>
            </a:r>
            <a:r>
              <a:rPr lang="ko-KR" altLang="en-US" sz="800" b="1" spc="-100" dirty="0">
                <a:solidFill>
                  <a:prstClr val="black"/>
                </a:solidFill>
                <a:latin typeface="맑은 고딕" panose="020B0503020000020004" pitchFamily="50" charset="-127"/>
              </a:rPr>
              <a:t>만 가능</a:t>
            </a:r>
            <a:r>
              <a:rPr lang="en-US" altLang="ko-KR" sz="800" b="1" spc="-100" dirty="0">
                <a:solidFill>
                  <a:prstClr val="black"/>
                </a:solidFill>
                <a:latin typeface="맑은 고딕" panose="020B0503020000020004" pitchFamily="50" charset="-127"/>
              </a:rPr>
              <a:t>)</a:t>
            </a:r>
            <a:endParaRPr lang="ko-KR" altLang="en-US" sz="800" spc="-100" dirty="0">
              <a:solidFill>
                <a:prstClr val="white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1184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1992749" y="1019486"/>
            <a:ext cx="7157367" cy="5406252"/>
            <a:chOff x="2194559" y="1406096"/>
            <a:chExt cx="3901440" cy="1851834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6" name="양쪽 모서리가 둥근 사각형 15"/>
            <p:cNvSpPr/>
            <p:nvPr/>
          </p:nvSpPr>
          <p:spPr>
            <a:xfrm rot="5400000">
              <a:off x="3219362" y="381293"/>
              <a:ext cx="1851834" cy="3901440"/>
            </a:xfrm>
            <a:prstGeom prst="round2SameRect">
              <a:avLst>
                <a:gd name="adj1" fmla="val 3136"/>
                <a:gd name="adj2" fmla="val 0"/>
              </a:avLst>
            </a:prstGeom>
            <a:grpFill/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7" name="양쪽 모서리가 둥근 사각형 4"/>
            <p:cNvSpPr/>
            <p:nvPr/>
          </p:nvSpPr>
          <p:spPr>
            <a:xfrm>
              <a:off x="2194560" y="2224322"/>
              <a:ext cx="3807480" cy="97381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38100" rIns="76200" bIns="38100" numCol="1" spcCol="1270" anchor="b" anchorCtr="0">
              <a:noAutofit/>
            </a:bodyPr>
            <a:lstStyle/>
            <a:p>
              <a:pPr marL="342900" indent="-342900">
                <a:lnSpc>
                  <a:spcPct val="150000"/>
                </a:lnSpc>
                <a:spcBef>
                  <a:spcPct val="0"/>
                </a:spcBef>
                <a:defRPr/>
              </a:pPr>
              <a:endParaRPr lang="en-US" altLang="ko-KR" sz="1050" dirty="0">
                <a:solidFill>
                  <a:schemeClr val="tx1"/>
                </a:solidFill>
                <a:latin typeface="a고딕14" panose="02020600000000000000" pitchFamily="18" charset="-127"/>
                <a:ea typeface="a고딕14" panose="02020600000000000000" pitchFamily="18" charset="-127"/>
                <a:cs typeface="Times New Roman" pitchFamily="18" charset="0"/>
              </a:endParaRPr>
            </a:p>
          </p:txBody>
        </p:sp>
      </p:grpSp>
      <p:sp>
        <p:nvSpPr>
          <p:cNvPr id="12" name="제목 11"/>
          <p:cNvSpPr>
            <a:spLocks noGrp="1"/>
          </p:cNvSpPr>
          <p:nvPr>
            <p:ph type="title"/>
          </p:nvPr>
        </p:nvSpPr>
        <p:spPr>
          <a:xfrm>
            <a:off x="632520" y="58614"/>
            <a:ext cx="8229600" cy="778098"/>
          </a:xfrm>
        </p:spPr>
        <p:txBody>
          <a:bodyPr/>
          <a:lstStyle/>
          <a:p>
            <a:r>
              <a:rPr lang="ko-KR" altLang="en-US">
                <a:solidFill>
                  <a:schemeClr val="tx1"/>
                </a:solidFill>
              </a:rPr>
              <a:t>복리후생 </a:t>
            </a:r>
            <a:r>
              <a:rPr lang="en-US" altLang="ko-KR">
                <a:solidFill>
                  <a:schemeClr val="tx1"/>
                </a:solidFill>
              </a:rPr>
              <a:t>– </a:t>
            </a:r>
            <a:r>
              <a:rPr lang="ko-KR" altLang="en-US">
                <a:solidFill>
                  <a:schemeClr val="tx1"/>
                </a:solidFill>
              </a:rPr>
              <a:t>상반기 자녀 장학금 지원</a:t>
            </a:r>
            <a:endParaRPr lang="ko-KR" altLang="en-US" sz="1500" b="0" dirty="0">
              <a:solidFill>
                <a:schemeClr val="tx1"/>
              </a:solidFill>
            </a:endParaRPr>
          </a:p>
        </p:txBody>
      </p:sp>
      <p:sp>
        <p:nvSpPr>
          <p:cNvPr id="14" name="양쪽 모서리가 둥근 사각형 13"/>
          <p:cNvSpPr/>
          <p:nvPr/>
        </p:nvSpPr>
        <p:spPr>
          <a:xfrm rot="16200000">
            <a:off x="-1346587" y="3142608"/>
            <a:ext cx="5406255" cy="1160008"/>
          </a:xfrm>
          <a:prstGeom prst="round2SameRect">
            <a:avLst/>
          </a:prstGeom>
          <a:noFill/>
          <a:ln w="19050">
            <a:solidFill>
              <a:schemeClr val="accent1">
                <a:alpha val="90000"/>
              </a:schemeClr>
            </a:solidFill>
          </a:ln>
          <a:effectLst>
            <a:outerShdw blurRad="38100" dist="38100" dir="27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vert="vert" anchor="ctr"/>
          <a:lstStyle/>
          <a:p>
            <a:pPr algn="ctr"/>
            <a:r>
              <a:rPr lang="ko-KR" altLang="en-US" b="1" dirty="0"/>
              <a:t>참고사항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2236124" y="1255219"/>
            <a:ext cx="5660967" cy="609389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spcBef>
                <a:spcPct val="0"/>
              </a:spcBef>
              <a:defRPr/>
            </a:pPr>
            <a:endParaRPr lang="en-US" altLang="ko-KR" sz="7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  <a:p>
            <a:pPr marL="342900" indent="-342900">
              <a:spcBef>
                <a:spcPct val="0"/>
              </a:spcBef>
              <a:defRPr/>
            </a:pPr>
            <a:r>
              <a:rPr lang="ko-KR" altLang="en-US" sz="14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실비 내에서 지급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(</a:t>
            </a:r>
            <a:r>
              <a:rPr lang="ko-KR" altLang="en-US" sz="1400" b="1" dirty="0">
                <a:solidFill>
                  <a:srgbClr val="0000FF"/>
                </a:solidFill>
                <a:latin typeface="+mn-ea"/>
                <a:cs typeface="Times New Roman" pitchFamily="18" charset="0"/>
              </a:rPr>
              <a:t>최대 </a:t>
            </a:r>
            <a:r>
              <a:rPr lang="en-US" altLang="ko-KR" sz="1400" b="1" dirty="0">
                <a:solidFill>
                  <a:srgbClr val="0000FF"/>
                </a:solidFill>
                <a:latin typeface="+mn-ea"/>
                <a:cs typeface="Times New Roman" pitchFamily="18" charset="0"/>
              </a:rPr>
              <a:t>50</a:t>
            </a:r>
            <a:r>
              <a:rPr lang="ko-KR" altLang="en-US" sz="1400" b="1" dirty="0">
                <a:solidFill>
                  <a:srgbClr val="0000FF"/>
                </a:solidFill>
                <a:latin typeface="+mn-ea"/>
                <a:cs typeface="Times New Roman" pitchFamily="18" charset="0"/>
              </a:rPr>
              <a:t>만원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 한도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, </a:t>
            </a:r>
            <a:r>
              <a:rPr lang="ko-KR" altLang="en-US" sz="1400" b="1" dirty="0" err="1">
                <a:solidFill>
                  <a:schemeClr val="tx1"/>
                </a:solidFill>
                <a:latin typeface="+mn-ea"/>
                <a:cs typeface="Times New Roman" pitchFamily="18" charset="0"/>
              </a:rPr>
              <a:t>리쿠르팅기준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 </a:t>
            </a:r>
            <a:r>
              <a:rPr lang="ko-KR" altLang="en-US" sz="1400" b="1" dirty="0" err="1">
                <a:solidFill>
                  <a:schemeClr val="tx1"/>
                </a:solidFill>
                <a:latin typeface="+mn-ea"/>
                <a:cs typeface="Times New Roman" pitchFamily="18" charset="0"/>
              </a:rPr>
              <a:t>미달자는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17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만원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  <a:cs typeface="Times New Roman" pitchFamily="18" charset="0"/>
              </a:rPr>
              <a:t>)</a:t>
            </a:r>
          </a:p>
        </p:txBody>
      </p:sp>
      <p:sp>
        <p:nvSpPr>
          <p:cNvPr id="4" name="모서리가 둥근 직사각형 3"/>
          <p:cNvSpPr/>
          <p:nvPr/>
        </p:nvSpPr>
        <p:spPr>
          <a:xfrm>
            <a:off x="2169621" y="1105589"/>
            <a:ext cx="3482241" cy="35861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spcBef>
                <a:spcPct val="0"/>
              </a:spcBef>
              <a:defRPr/>
            </a:pP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방송통신대학 등 </a:t>
            </a:r>
            <a:r>
              <a:rPr lang="ko-KR" altLang="en-US" sz="1400" b="1" dirty="0" err="1">
                <a:solidFill>
                  <a:srgbClr val="0000FF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특수대학</a:t>
            </a:r>
            <a:r>
              <a:rPr lang="en-US" altLang="ko-KR" sz="1400" b="1" dirty="0">
                <a:solidFill>
                  <a:srgbClr val="0000FF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1400" b="1" dirty="0">
                <a:solidFill>
                  <a:srgbClr val="0000FF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사이버대학</a:t>
            </a:r>
            <a:endParaRPr lang="en-US" altLang="ko-KR" sz="1400" b="1" dirty="0">
              <a:solidFill>
                <a:srgbClr val="0000FF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2236123" y="2133381"/>
            <a:ext cx="6001790" cy="1018414"/>
          </a:xfrm>
          <a:prstGeom prst="roundRect">
            <a:avLst>
              <a:gd name="adj" fmla="val 13918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spcBef>
                <a:spcPct val="0"/>
              </a:spcBef>
              <a:defRPr/>
            </a:pPr>
            <a:endParaRPr lang="en-US" altLang="ko-KR" sz="600" b="1" dirty="0">
              <a:solidFill>
                <a:schemeClr val="tx1"/>
              </a:solidFill>
              <a:uFill>
                <a:solidFill>
                  <a:srgbClr val="FF0000"/>
                </a:solidFill>
              </a:uFill>
              <a:latin typeface="+mn-ea"/>
            </a:endParaRPr>
          </a:p>
          <a:p>
            <a:pPr marL="342900" indent="-342900">
              <a:spcBef>
                <a:spcPct val="0"/>
              </a:spcBef>
              <a:defRPr/>
            </a:pPr>
            <a:r>
              <a:rPr lang="ko-KR" altLang="en-US" sz="1400" b="1" dirty="0">
                <a:solidFill>
                  <a:schemeClr val="tx1"/>
                </a:solidFill>
                <a:uFill>
                  <a:solidFill>
                    <a:srgbClr val="FF0000"/>
                  </a:solidFill>
                </a:uFill>
                <a:latin typeface="+mn-ea"/>
              </a:rPr>
              <a:t>대학원</a:t>
            </a:r>
            <a:r>
              <a:rPr lang="en-US" altLang="ko-KR" sz="1400" b="1" dirty="0">
                <a:solidFill>
                  <a:schemeClr val="tx1"/>
                </a:solidFill>
                <a:uFill>
                  <a:solidFill>
                    <a:srgbClr val="FF0000"/>
                  </a:solidFill>
                </a:uFill>
                <a:latin typeface="+mn-ea"/>
              </a:rPr>
              <a:t>, </a:t>
            </a:r>
            <a:r>
              <a:rPr lang="ko-KR" altLang="en-US" sz="1400" b="1" dirty="0" err="1">
                <a:solidFill>
                  <a:schemeClr val="tx1"/>
                </a:solidFill>
                <a:uFill>
                  <a:solidFill>
                    <a:srgbClr val="FF0000"/>
                  </a:solidFill>
                </a:uFill>
                <a:latin typeface="+mn-ea"/>
              </a:rPr>
              <a:t>어학교</a:t>
            </a:r>
            <a:r>
              <a:rPr lang="en-US" altLang="ko-KR" sz="1400" b="1" dirty="0">
                <a:solidFill>
                  <a:schemeClr val="tx1"/>
                </a:solidFill>
                <a:uFill>
                  <a:solidFill>
                    <a:srgbClr val="FF0000"/>
                  </a:solidFill>
                </a:uFill>
                <a:latin typeface="+mn-ea"/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+mn-ea"/>
              </a:rPr>
              <a:t>휴학생</a:t>
            </a:r>
            <a:r>
              <a:rPr lang="en-US" altLang="ko-KR" sz="1400" b="1" dirty="0">
                <a:solidFill>
                  <a:schemeClr val="tx1"/>
                </a:solidFill>
                <a:uFill>
                  <a:solidFill>
                    <a:srgbClr val="FF0000"/>
                  </a:solidFill>
                </a:u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  <a:uFill>
                  <a:solidFill>
                    <a:srgbClr val="FF0000"/>
                  </a:solidFill>
                </a:uFill>
                <a:latin typeface="+mn-ea"/>
              </a:rPr>
              <a:t>국고지원학교</a:t>
            </a:r>
            <a:r>
              <a:rPr lang="en-US" altLang="ko-KR" sz="1400" b="1" dirty="0">
                <a:solidFill>
                  <a:schemeClr val="tx1"/>
                </a:solidFill>
                <a:uFill>
                  <a:solidFill>
                    <a:srgbClr val="FF0000"/>
                  </a:solidFill>
                </a:u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  <a:uFill>
                  <a:solidFill>
                    <a:srgbClr val="FF0000"/>
                  </a:solidFill>
                </a:uFill>
                <a:latin typeface="+mn-ea"/>
              </a:rPr>
              <a:t>학년 또는 지역 전체 무상교육 등</a:t>
            </a:r>
            <a:endParaRPr lang="en-US" altLang="ko-KR" sz="1400" b="1" dirty="0">
              <a:solidFill>
                <a:schemeClr val="tx1"/>
              </a:solidFill>
              <a:uFill>
                <a:solidFill>
                  <a:srgbClr val="FF0000"/>
                </a:solidFill>
              </a:uFill>
              <a:latin typeface="+mn-ea"/>
            </a:endParaRPr>
          </a:p>
          <a:p>
            <a:pPr marL="342900" indent="-342900">
              <a:spcBef>
                <a:spcPct val="0"/>
              </a:spcBef>
              <a:defRPr/>
            </a:pPr>
            <a:r>
              <a:rPr lang="en-US" altLang="ko-KR" sz="1200" dirty="0">
                <a:solidFill>
                  <a:schemeClr val="tx1"/>
                </a:solidFill>
                <a:latin typeface="a고딕14" panose="02020600000000000000" pitchFamily="18" charset="-127"/>
                <a:ea typeface="a고딕14" panose="02020600000000000000" pitchFamily="18" charset="-127"/>
                <a:cs typeface="Times New Roman" pitchFamily="18" charset="0"/>
              </a:rPr>
              <a:t>※ </a:t>
            </a:r>
            <a:r>
              <a:rPr lang="ko-KR" altLang="en-US" sz="1200" dirty="0">
                <a:solidFill>
                  <a:schemeClr val="tx1"/>
                </a:solidFill>
                <a:latin typeface="a고딕14" panose="02020600000000000000" pitchFamily="18" charset="-127"/>
                <a:ea typeface="a고딕14" panose="02020600000000000000" pitchFamily="18" charset="-127"/>
                <a:cs typeface="Times New Roman" pitchFamily="18" charset="0"/>
              </a:rPr>
              <a:t>단</a:t>
            </a:r>
            <a:r>
              <a:rPr lang="en-US" altLang="ko-KR" sz="1200" dirty="0">
                <a:solidFill>
                  <a:schemeClr val="tx1"/>
                </a:solidFill>
                <a:latin typeface="a고딕14" panose="02020600000000000000" pitchFamily="18" charset="-127"/>
                <a:ea typeface="a고딕14" panose="02020600000000000000" pitchFamily="18" charset="-127"/>
                <a:cs typeface="Times New Roman" pitchFamily="18" charset="0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a고딕14" panose="02020600000000000000" pitchFamily="18" charset="-127"/>
                <a:ea typeface="a고딕14" panose="02020600000000000000" pitchFamily="18" charset="-127"/>
                <a:cs typeface="Times New Roman" pitchFamily="18" charset="0"/>
              </a:rPr>
              <a:t>해당기간 등록금 납입 후 휴학한 경우에 한하여 </a:t>
            </a:r>
            <a:r>
              <a:rPr lang="ko-KR" altLang="en-US" sz="1200" b="1" dirty="0">
                <a:solidFill>
                  <a:srgbClr val="FF0000"/>
                </a:solidFill>
                <a:latin typeface="a고딕14" panose="02020600000000000000" pitchFamily="18" charset="-127"/>
                <a:ea typeface="a고딕14" panose="02020600000000000000" pitchFamily="18" charset="-127"/>
                <a:cs typeface="Times New Roman" pitchFamily="18" charset="0"/>
              </a:rPr>
              <a:t>복학 후 장학금 신청기간에 접수 가능함</a:t>
            </a:r>
            <a:endParaRPr lang="en-US" altLang="ko-KR" sz="1200" b="1" dirty="0">
              <a:solidFill>
                <a:srgbClr val="FF0000"/>
              </a:solidFill>
              <a:latin typeface="a고딕14" panose="02020600000000000000" pitchFamily="18" charset="-127"/>
              <a:ea typeface="a고딕14" panose="02020600000000000000" pitchFamily="18" charset="-127"/>
              <a:cs typeface="Times New Roman" pitchFamily="18" charset="0"/>
            </a:endParaRPr>
          </a:p>
          <a:p>
            <a:pPr marL="342900" indent="-342900">
              <a:spcBef>
                <a:spcPct val="0"/>
              </a:spcBef>
              <a:defRPr/>
            </a:pPr>
            <a:r>
              <a:rPr lang="en-US" altLang="ko-KR" sz="1200" b="1" dirty="0">
                <a:solidFill>
                  <a:srgbClr val="FF0000"/>
                </a:solidFill>
                <a:latin typeface="a고딕14" panose="02020600000000000000" pitchFamily="18" charset="-127"/>
                <a:ea typeface="a고딕14" panose="02020600000000000000" pitchFamily="18" charset="-127"/>
                <a:cs typeface="Times New Roman" pitchFamily="18" charset="0"/>
              </a:rPr>
              <a:t>    </a:t>
            </a:r>
            <a:r>
              <a:rPr lang="en-US" altLang="ko-KR" sz="1200" dirty="0">
                <a:solidFill>
                  <a:schemeClr val="tx1"/>
                </a:solidFill>
                <a:latin typeface="a고딕14" panose="02020600000000000000" pitchFamily="18" charset="-127"/>
                <a:ea typeface="a고딕14" panose="02020600000000000000" pitchFamily="18" charset="-127"/>
                <a:cs typeface="Times New Roman" pitchFamily="18" charset="0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a고딕14" panose="02020600000000000000" pitchFamily="18" charset="-127"/>
                <a:ea typeface="a고딕14" panose="02020600000000000000" pitchFamily="18" charset="-127"/>
                <a:cs typeface="Times New Roman" pitchFamily="18" charset="0"/>
              </a:rPr>
              <a:t>지급일 현재 위촉 중이며</a:t>
            </a:r>
            <a:r>
              <a:rPr lang="en-US" altLang="ko-KR" sz="1200" dirty="0">
                <a:solidFill>
                  <a:schemeClr val="tx1"/>
                </a:solidFill>
                <a:latin typeface="a고딕14" panose="02020600000000000000" pitchFamily="18" charset="-127"/>
                <a:ea typeface="a고딕14" panose="02020600000000000000" pitchFamily="18" charset="-127"/>
                <a:cs typeface="Times New Roman" pitchFamily="18" charset="0"/>
              </a:rPr>
              <a:t>, </a:t>
            </a:r>
            <a:r>
              <a:rPr lang="ko-KR" altLang="en-US" sz="1200" dirty="0" err="1">
                <a:solidFill>
                  <a:schemeClr val="tx1"/>
                </a:solidFill>
                <a:latin typeface="a고딕14" panose="02020600000000000000" pitchFamily="18" charset="-127"/>
                <a:ea typeface="a고딕14" panose="02020600000000000000" pitchFamily="18" charset="-127"/>
                <a:cs typeface="Times New Roman" pitchFamily="18" charset="0"/>
              </a:rPr>
              <a:t>납부당시</a:t>
            </a:r>
            <a:r>
              <a:rPr lang="ko-KR" altLang="en-US" sz="1200" dirty="0">
                <a:solidFill>
                  <a:schemeClr val="tx1"/>
                </a:solidFill>
                <a:latin typeface="a고딕14" panose="02020600000000000000" pitchFamily="18" charset="-127"/>
                <a:ea typeface="a고딕14" panose="02020600000000000000" pitchFamily="18" charset="-127"/>
                <a:cs typeface="Times New Roman" pitchFamily="18" charset="0"/>
              </a:rPr>
              <a:t> 장학금 </a:t>
            </a:r>
            <a:r>
              <a:rPr lang="ko-KR" altLang="en-US" sz="1200" dirty="0" err="1">
                <a:solidFill>
                  <a:schemeClr val="tx1"/>
                </a:solidFill>
                <a:latin typeface="a고딕14" panose="02020600000000000000" pitchFamily="18" charset="-127"/>
                <a:ea typeface="a고딕14" panose="02020600000000000000" pitchFamily="18" charset="-127"/>
                <a:cs typeface="Times New Roman" pitchFamily="18" charset="0"/>
              </a:rPr>
              <a:t>대상자여야</a:t>
            </a:r>
            <a:r>
              <a:rPr lang="ko-KR" altLang="en-US" sz="1200" dirty="0">
                <a:solidFill>
                  <a:schemeClr val="tx1"/>
                </a:solidFill>
                <a:latin typeface="a고딕14" panose="02020600000000000000" pitchFamily="18" charset="-127"/>
                <a:ea typeface="a고딕14" panose="02020600000000000000" pitchFamily="18" charset="-127"/>
                <a:cs typeface="Times New Roman" pitchFamily="18" charset="0"/>
              </a:rPr>
              <a:t> 함</a:t>
            </a:r>
            <a:r>
              <a:rPr lang="en-US" altLang="ko-KR" sz="1200" dirty="0">
                <a:solidFill>
                  <a:schemeClr val="tx1"/>
                </a:solidFill>
                <a:latin typeface="a고딕14" panose="02020600000000000000" pitchFamily="18" charset="-127"/>
                <a:ea typeface="a고딕14" panose="02020600000000000000" pitchFamily="18" charset="-127"/>
                <a:cs typeface="Times New Roman" pitchFamily="18" charset="0"/>
              </a:rPr>
              <a:t>)</a:t>
            </a:r>
            <a:endParaRPr lang="en-US" altLang="ko-KR" sz="1200" b="1" dirty="0">
              <a:solidFill>
                <a:schemeClr val="tx1"/>
              </a:solidFill>
              <a:latin typeface="+mn-ea"/>
              <a:cs typeface="Times New Roman" pitchFamily="18" charset="0"/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2169621" y="1987797"/>
            <a:ext cx="1014152" cy="33980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spcBef>
                <a:spcPct val="0"/>
              </a:spcBef>
              <a:defRPr/>
            </a:pPr>
            <a:r>
              <a:rPr lang="ko-KR" altLang="en-US" sz="1400" b="1" dirty="0" err="1">
                <a:solidFill>
                  <a:srgbClr val="FF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지급불가</a:t>
            </a:r>
            <a:endParaRPr lang="en-US" altLang="ko-KR" sz="1400" b="1" dirty="0">
              <a:solidFill>
                <a:srgbClr val="0000FF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2236125" y="3441355"/>
            <a:ext cx="3225338" cy="573683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spcBef>
                <a:spcPct val="0"/>
              </a:spcBef>
              <a:defRPr/>
            </a:pPr>
            <a:endParaRPr lang="en-US" altLang="ko-KR" sz="400" b="1" dirty="0">
              <a:solidFill>
                <a:schemeClr val="tx1"/>
              </a:solidFill>
              <a:latin typeface="+mn-ea"/>
            </a:endParaRPr>
          </a:p>
          <a:p>
            <a:pPr marL="342900" indent="-342900">
              <a:spcBef>
                <a:spcPct val="0"/>
              </a:spcBef>
              <a:defRPr/>
            </a:pP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첨부서류 동일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정식인가 학교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만 해당</a:t>
            </a:r>
            <a:endParaRPr lang="en-US" altLang="ko-KR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2169622" y="3291725"/>
            <a:ext cx="1596043" cy="32431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spcBef>
                <a:spcPct val="0"/>
              </a:spcBef>
              <a:defRPr/>
            </a:pP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해외대학 </a:t>
            </a:r>
            <a:r>
              <a:rPr lang="ko-KR" altLang="en-US" sz="1400" b="1" dirty="0" err="1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재학자</a:t>
            </a:r>
            <a:endParaRPr lang="en-US" altLang="ko-KR" sz="1400" b="1" dirty="0">
              <a:solidFill>
                <a:srgbClr val="0000FF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30" name="모서리가 둥근 직사각형 29"/>
          <p:cNvSpPr/>
          <p:nvPr/>
        </p:nvSpPr>
        <p:spPr>
          <a:xfrm>
            <a:off x="2236124" y="4280949"/>
            <a:ext cx="5827221" cy="947755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endParaRPr lang="en-US" altLang="ko-KR" sz="800" b="1" dirty="0">
              <a:solidFill>
                <a:prstClr val="black"/>
              </a:solidFill>
              <a:latin typeface="맑은 고딕" panose="020B0503020000020004" pitchFamily="50" charset="-127"/>
              <a:cs typeface="Times New Roman" pitchFamily="18" charset="0"/>
            </a:endParaRPr>
          </a:p>
          <a:p>
            <a:pPr lvl="0">
              <a:spcBef>
                <a:spcPct val="0"/>
              </a:spcBef>
              <a:defRPr/>
            </a:pPr>
            <a:r>
              <a:rPr lang="ko-KR" altLang="en-US" sz="1400" b="1" dirty="0" err="1">
                <a:solidFill>
                  <a:prstClr val="black"/>
                </a:solidFill>
                <a:latin typeface="맑은 고딕" panose="020B0503020000020004" pitchFamily="50" charset="-127"/>
                <a:cs typeface="Times New Roman" pitchFamily="18" charset="0"/>
              </a:rPr>
              <a:t>전소속사의</a:t>
            </a:r>
            <a:r>
              <a:rPr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  <a:cs typeface="Times New Roman" pitchFamily="18" charset="0"/>
              </a:rPr>
              <a:t> 학자금이나 장학금 명목 기재된 </a:t>
            </a:r>
            <a:r>
              <a:rPr lang="ko-KR" altLang="en-US" sz="1400" b="1" dirty="0" err="1">
                <a:solidFill>
                  <a:srgbClr val="0000FF"/>
                </a:solidFill>
                <a:latin typeface="맑은 고딕" panose="020B0503020000020004" pitchFamily="50" charset="-127"/>
                <a:cs typeface="Times New Roman" pitchFamily="18" charset="0"/>
              </a:rPr>
              <a:t>급여명세표</a:t>
            </a:r>
            <a:r>
              <a:rPr lang="en-US" altLang="ko-KR" sz="1400" b="1" dirty="0">
                <a:solidFill>
                  <a:srgbClr val="0000FF"/>
                </a:solidFill>
                <a:latin typeface="맑은 고딕" panose="020B0503020000020004" pitchFamily="50" charset="-127"/>
                <a:cs typeface="Times New Roman" pitchFamily="18" charset="0"/>
              </a:rPr>
              <a:t>(6</a:t>
            </a:r>
            <a:r>
              <a:rPr lang="ko-KR" altLang="en-US" sz="1400" b="1" dirty="0">
                <a:solidFill>
                  <a:srgbClr val="0000FF"/>
                </a:solidFill>
                <a:latin typeface="맑은 고딕" panose="020B0503020000020004" pitchFamily="50" charset="-127"/>
                <a:cs typeface="Times New Roman" pitchFamily="18" charset="0"/>
              </a:rPr>
              <a:t>개월 이내</a:t>
            </a:r>
            <a:r>
              <a:rPr lang="en-US" altLang="ko-KR" sz="1400" b="1" dirty="0">
                <a:solidFill>
                  <a:srgbClr val="0000FF"/>
                </a:solidFill>
                <a:latin typeface="맑은 고딕" panose="020B0503020000020004" pitchFamily="50" charset="-127"/>
                <a:cs typeface="Times New Roman" pitchFamily="18" charset="0"/>
              </a:rPr>
              <a:t>), </a:t>
            </a:r>
          </a:p>
          <a:p>
            <a:pPr lvl="0">
              <a:spcBef>
                <a:spcPct val="0"/>
              </a:spcBef>
              <a:defRPr/>
            </a:pPr>
            <a:r>
              <a:rPr lang="ko-KR" altLang="en-US" sz="1400" b="1" dirty="0">
                <a:solidFill>
                  <a:srgbClr val="0000FF"/>
                </a:solidFill>
                <a:latin typeface="맑은 고딕" panose="020B0503020000020004" pitchFamily="50" charset="-127"/>
                <a:cs typeface="Times New Roman" pitchFamily="18" charset="0"/>
              </a:rPr>
              <a:t>대상자 제출서류</a:t>
            </a:r>
            <a:r>
              <a:rPr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  <a:cs typeface="Times New Roman" pitchFamily="18" charset="0"/>
              </a:rPr>
              <a:t>(</a:t>
            </a:r>
            <a:r>
              <a:rPr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  <a:cs typeface="Times New Roman" pitchFamily="18" charset="0"/>
              </a:rPr>
              <a:t>제출서류 참조</a:t>
            </a:r>
            <a:r>
              <a:rPr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  <a:cs typeface="Times New Roman" pitchFamily="18" charset="0"/>
              </a:rPr>
              <a:t>)</a:t>
            </a:r>
            <a:endParaRPr lang="en-US" altLang="ko-KR" sz="1400" dirty="0">
              <a:solidFill>
                <a:prstClr val="black"/>
              </a:solidFill>
              <a:latin typeface="맑은 고딕" panose="020B0503020000020004" pitchFamily="50" charset="-127"/>
              <a:cs typeface="Times New Roman" pitchFamily="18" charset="0"/>
            </a:endParaRPr>
          </a:p>
          <a:p>
            <a:pPr lvl="0">
              <a:spcBef>
                <a:spcPct val="0"/>
              </a:spcBef>
              <a:defRPr/>
            </a:pPr>
            <a:r>
              <a:rPr lang="en-US" altLang="ko-KR" sz="1200" dirty="0">
                <a:solidFill>
                  <a:prstClr val="black"/>
                </a:solidFill>
                <a:latin typeface="a고딕14" panose="02020600000000000000" pitchFamily="18" charset="-127"/>
                <a:ea typeface="a고딕14" panose="02020600000000000000" pitchFamily="18" charset="-127"/>
                <a:cs typeface="Times New Roman" pitchFamily="18" charset="0"/>
              </a:rPr>
              <a:t>※ </a:t>
            </a:r>
            <a:r>
              <a:rPr lang="ko-KR" altLang="en-US" sz="1200" dirty="0" err="1">
                <a:solidFill>
                  <a:prstClr val="black"/>
                </a:solidFill>
                <a:latin typeface="a고딕14" panose="02020600000000000000" pitchFamily="18" charset="-127"/>
                <a:ea typeface="a고딕14" panose="02020600000000000000" pitchFamily="18" charset="-127"/>
                <a:cs typeface="Times New Roman" pitchFamily="18" charset="0"/>
              </a:rPr>
              <a:t>업적구간별</a:t>
            </a:r>
            <a:r>
              <a:rPr lang="ko-KR" altLang="en-US" sz="1200" dirty="0">
                <a:solidFill>
                  <a:prstClr val="black"/>
                </a:solidFill>
                <a:latin typeface="a고딕14" panose="02020600000000000000" pitchFamily="18" charset="-127"/>
                <a:ea typeface="a고딕14" panose="02020600000000000000" pitchFamily="18" charset="-127"/>
                <a:cs typeface="Times New Roman" pitchFamily="18" charset="0"/>
              </a:rPr>
              <a:t> 지급액에서 </a:t>
            </a:r>
            <a:r>
              <a:rPr lang="en-US" altLang="ko-KR" sz="1200" dirty="0">
                <a:solidFill>
                  <a:srgbClr val="0000FF"/>
                </a:solidFill>
                <a:latin typeface="a고딕14" panose="02020600000000000000" pitchFamily="18" charset="-127"/>
                <a:ea typeface="a고딕14" panose="02020600000000000000" pitchFamily="18" charset="-127"/>
                <a:cs typeface="Times New Roman" pitchFamily="18" charset="0"/>
              </a:rPr>
              <a:t>“50</a:t>
            </a:r>
            <a:r>
              <a:rPr lang="ko-KR" altLang="en-US" sz="1200" dirty="0">
                <a:solidFill>
                  <a:srgbClr val="0000FF"/>
                </a:solidFill>
                <a:latin typeface="a고딕14" panose="02020600000000000000" pitchFamily="18" charset="-127"/>
                <a:ea typeface="a고딕14" panose="02020600000000000000" pitchFamily="18" charset="-127"/>
                <a:cs typeface="Times New Roman" pitchFamily="18" charset="0"/>
              </a:rPr>
              <a:t>万</a:t>
            </a:r>
            <a:r>
              <a:rPr lang="en-US" altLang="ko-KR" sz="1200" dirty="0">
                <a:solidFill>
                  <a:srgbClr val="0000FF"/>
                </a:solidFill>
                <a:latin typeface="a고딕14" panose="02020600000000000000" pitchFamily="18" charset="-127"/>
                <a:ea typeface="a고딕14" panose="02020600000000000000" pitchFamily="18" charset="-127"/>
                <a:cs typeface="Times New Roman" pitchFamily="18" charset="0"/>
              </a:rPr>
              <a:t>”</a:t>
            </a:r>
            <a:r>
              <a:rPr lang="ko-KR" altLang="en-US" sz="1200" dirty="0">
                <a:solidFill>
                  <a:srgbClr val="0000FF"/>
                </a:solidFill>
                <a:latin typeface="a고딕14" panose="02020600000000000000" pitchFamily="18" charset="-127"/>
                <a:ea typeface="a고딕14" panose="02020600000000000000" pitchFamily="18" charset="-127"/>
                <a:cs typeface="Times New Roman" pitchFamily="18" charset="0"/>
              </a:rPr>
              <a:t> 구간으로 </a:t>
            </a:r>
            <a:r>
              <a:rPr lang="en-US" altLang="ko-KR" sz="1200" dirty="0">
                <a:solidFill>
                  <a:srgbClr val="0000FF"/>
                </a:solidFill>
                <a:latin typeface="a고딕14" panose="02020600000000000000" pitchFamily="18" charset="-127"/>
                <a:ea typeface="a고딕14" panose="02020600000000000000" pitchFamily="18" charset="-127"/>
                <a:cs typeface="Times New Roman" pitchFamily="18" charset="0"/>
              </a:rPr>
              <a:t>1</a:t>
            </a:r>
            <a:r>
              <a:rPr lang="ko-KR" altLang="en-US" sz="1200" dirty="0">
                <a:solidFill>
                  <a:srgbClr val="0000FF"/>
                </a:solidFill>
                <a:latin typeface="a고딕14" panose="02020600000000000000" pitchFamily="18" charset="-127"/>
                <a:ea typeface="a고딕14" panose="02020600000000000000" pitchFamily="18" charset="-127"/>
                <a:cs typeface="Times New Roman" pitchFamily="18" charset="0"/>
              </a:rPr>
              <a:t>회</a:t>
            </a:r>
            <a:r>
              <a:rPr lang="ko-KR" altLang="en-US" sz="1200" dirty="0">
                <a:solidFill>
                  <a:prstClr val="black"/>
                </a:solidFill>
                <a:latin typeface="a고딕14" panose="02020600000000000000" pitchFamily="18" charset="-127"/>
                <a:ea typeface="a고딕14" panose="02020600000000000000" pitchFamily="18" charset="-127"/>
                <a:cs typeface="Times New Roman" pitchFamily="18" charset="0"/>
              </a:rPr>
              <a:t>에 한해 </a:t>
            </a:r>
            <a:r>
              <a:rPr lang="ko-KR" altLang="en-US" sz="1200" dirty="0" err="1">
                <a:solidFill>
                  <a:prstClr val="black"/>
                </a:solidFill>
                <a:latin typeface="a고딕14" panose="02020600000000000000" pitchFamily="18" charset="-127"/>
                <a:ea typeface="a고딕14" panose="02020600000000000000" pitchFamily="18" charset="-127"/>
                <a:cs typeface="Times New Roman" pitchFamily="18" charset="0"/>
              </a:rPr>
              <a:t>수혜가능</a:t>
            </a:r>
            <a:endParaRPr lang="en-US" altLang="ko-KR" sz="1200" dirty="0">
              <a:solidFill>
                <a:prstClr val="black"/>
              </a:solidFill>
              <a:latin typeface="a고딕14" panose="02020600000000000000" pitchFamily="18" charset="-127"/>
              <a:ea typeface="a고딕14" panose="02020600000000000000" pitchFamily="18" charset="-127"/>
              <a:cs typeface="Times New Roman" pitchFamily="18" charset="0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2169622" y="4131319"/>
            <a:ext cx="5353396" cy="33261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spcBef>
                <a:spcPct val="0"/>
              </a:spcBef>
              <a:defRPr/>
            </a:pPr>
            <a:r>
              <a:rPr lang="ko-KR" altLang="en-US" sz="1400" b="1" dirty="0" err="1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지급월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기준 당사 위촉 </a:t>
            </a:r>
            <a:r>
              <a:rPr lang="en-US" altLang="ko-KR" sz="1400" b="1" dirty="0">
                <a:solidFill>
                  <a:srgbClr val="0000FF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3</a:t>
            </a:r>
            <a:r>
              <a:rPr lang="ko-KR" altLang="en-US" sz="1400" b="1" dirty="0">
                <a:solidFill>
                  <a:srgbClr val="0000FF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차월 </a:t>
            </a:r>
            <a:r>
              <a:rPr lang="ko-KR" altLang="en-US" sz="1400" b="1" dirty="0" err="1">
                <a:solidFill>
                  <a:srgbClr val="0000FF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미만자</a:t>
            </a:r>
            <a:r>
              <a:rPr lang="ko-KR" altLang="en-US" sz="1400" b="1" dirty="0">
                <a:solidFill>
                  <a:srgbClr val="0000FF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중 </a:t>
            </a:r>
            <a:r>
              <a:rPr lang="ko-KR" altLang="en-US" sz="1400" b="1" dirty="0" err="1">
                <a:solidFill>
                  <a:srgbClr val="0000FF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전소속사</a:t>
            </a:r>
            <a:r>
              <a:rPr lang="ko-KR" altLang="en-US" sz="1400" b="1" dirty="0">
                <a:solidFill>
                  <a:srgbClr val="0000FF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장학금 수혜자</a:t>
            </a:r>
            <a:endParaRPr lang="en-US" altLang="ko-KR" sz="1400" b="1" dirty="0">
              <a:solidFill>
                <a:srgbClr val="0000FF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2236123" y="5502867"/>
            <a:ext cx="5045826" cy="771861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endParaRPr lang="en-US" altLang="ko-KR" sz="600" b="1" dirty="0">
              <a:solidFill>
                <a:srgbClr val="FF0000"/>
              </a:solidFill>
              <a:latin typeface="맑은 고딕" panose="020B0503020000020004" pitchFamily="50" charset="-127"/>
            </a:endParaRPr>
          </a:p>
          <a:p>
            <a:pPr lvl="0">
              <a:spcBef>
                <a:spcPct val="0"/>
              </a:spcBef>
              <a:defRPr/>
            </a:pPr>
            <a:r>
              <a:rPr lang="en-US" altLang="ko-KR" sz="1400" b="1">
                <a:solidFill>
                  <a:srgbClr val="FF0000"/>
                </a:solidFill>
                <a:latin typeface="맑은 고딕" panose="020B0503020000020004" pitchFamily="50" charset="-127"/>
              </a:rPr>
              <a:t>26.09</a:t>
            </a:r>
            <a:r>
              <a:rPr lang="ko-KR" altLang="en-US" sz="1400" b="1">
                <a:solidFill>
                  <a:srgbClr val="FF0000"/>
                </a:solidFill>
                <a:latin typeface="맑은 고딕" panose="020B0503020000020004" pitchFamily="50" charset="-127"/>
              </a:rPr>
              <a:t>月 </a:t>
            </a:r>
            <a:r>
              <a:rPr lang="ko-KR" altLang="en-US" sz="14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수수료지급일</a:t>
            </a:r>
            <a:r>
              <a:rPr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에 반영되며</a:t>
            </a:r>
            <a:r>
              <a:rPr lang="en-US" altLang="ko-KR" sz="14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</a:p>
          <a:p>
            <a:pPr lvl="0">
              <a:spcBef>
                <a:spcPct val="0"/>
              </a:spcBef>
              <a:defRPr/>
            </a:pPr>
            <a:r>
              <a:rPr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명세서에서 </a:t>
            </a:r>
            <a:r>
              <a:rPr lang="en-US" altLang="ko-KR" sz="14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‘</a:t>
            </a:r>
            <a:r>
              <a:rPr lang="ko-KR" altLang="en-US" sz="14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기타</a:t>
            </a:r>
            <a:r>
              <a:rPr lang="en-US" altLang="ko-KR" sz="14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’</a:t>
            </a:r>
            <a:r>
              <a:rPr lang="ko-KR" altLang="en-US" sz="14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부분 상세사항</a:t>
            </a:r>
            <a:r>
              <a:rPr lang="ko-KR" altLang="en-US" sz="14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에서 장학비 항목 확인가능</a:t>
            </a:r>
            <a:endParaRPr lang="en-US" altLang="ko-KR" sz="1400" b="1" dirty="0">
              <a:solidFill>
                <a:prstClr val="black"/>
              </a:solidFill>
              <a:latin typeface="맑은 고딕" panose="020B0503020000020004" pitchFamily="50" charset="-127"/>
              <a:cs typeface="Times New Roman" pitchFamily="18" charset="0"/>
            </a:endParaRPr>
          </a:p>
        </p:txBody>
      </p:sp>
      <p:sp>
        <p:nvSpPr>
          <p:cNvPr id="33" name="모서리가 둥근 직사각형 32"/>
          <p:cNvSpPr/>
          <p:nvPr/>
        </p:nvSpPr>
        <p:spPr>
          <a:xfrm>
            <a:off x="2169621" y="5353237"/>
            <a:ext cx="1978430" cy="33266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spcBef>
                <a:spcPct val="0"/>
              </a:spcBef>
              <a:defRPr/>
            </a:pPr>
            <a:r>
              <a:rPr lang="ko-KR" altLang="en-US" sz="1400" b="1" dirty="0" err="1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지급일정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및 확인방법</a:t>
            </a:r>
            <a:endParaRPr lang="en-US" altLang="ko-KR" sz="1400" b="1" dirty="0">
              <a:solidFill>
                <a:srgbClr val="0000FF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45594"/>
      </p:ext>
    </p:extLst>
  </p:cSld>
  <p:clrMapOvr>
    <a:masterClrMapping/>
  </p:clrMapOvr>
</p:sld>
</file>

<file path=ppt/theme/theme1.xml><?xml version="1.0" encoding="utf-8"?>
<a:theme xmlns:a="http://schemas.openxmlformats.org/drawingml/2006/main" name="1_[생보강의안] 본문(흑)">
  <a:themeElements>
    <a:clrScheme name="사용자 지정 6">
      <a:dk1>
        <a:sysClr val="windowText" lastClr="000000"/>
      </a:dk1>
      <a:lt1>
        <a:sysClr val="window" lastClr="FFFFFF"/>
      </a:lt1>
      <a:dk2>
        <a:srgbClr val="F46D43"/>
      </a:dk2>
      <a:lt2>
        <a:srgbClr val="D53E4F"/>
      </a:lt2>
      <a:accent1>
        <a:srgbClr val="FDAE61"/>
      </a:accent1>
      <a:accent2>
        <a:srgbClr val="FEE08B"/>
      </a:accent2>
      <a:accent3>
        <a:srgbClr val="ABDDA4"/>
      </a:accent3>
      <a:accent4>
        <a:srgbClr val="66C2A5"/>
      </a:accent4>
      <a:accent5>
        <a:srgbClr val="3288BD"/>
      </a:accent5>
      <a:accent6>
        <a:srgbClr val="5E4FA2"/>
      </a:accent6>
      <a:hlink>
        <a:srgbClr val="3288BD"/>
      </a:hlink>
      <a:folHlink>
        <a:srgbClr val="5E4FA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[생보강의안] 본문(흑)">
  <a:themeElements>
    <a:clrScheme name="사용자 지정 6">
      <a:dk1>
        <a:sysClr val="windowText" lastClr="000000"/>
      </a:dk1>
      <a:lt1>
        <a:sysClr val="window" lastClr="FFFFFF"/>
      </a:lt1>
      <a:dk2>
        <a:srgbClr val="F46D43"/>
      </a:dk2>
      <a:lt2>
        <a:srgbClr val="D53E4F"/>
      </a:lt2>
      <a:accent1>
        <a:srgbClr val="FDAE61"/>
      </a:accent1>
      <a:accent2>
        <a:srgbClr val="FEE08B"/>
      </a:accent2>
      <a:accent3>
        <a:srgbClr val="ABDDA4"/>
      </a:accent3>
      <a:accent4>
        <a:srgbClr val="66C2A5"/>
      </a:accent4>
      <a:accent5>
        <a:srgbClr val="3288BD"/>
      </a:accent5>
      <a:accent6>
        <a:srgbClr val="5E4FA2"/>
      </a:accent6>
      <a:hlink>
        <a:srgbClr val="3288BD"/>
      </a:hlink>
      <a:folHlink>
        <a:srgbClr val="5E4FA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[생보강의안] 본문(흑)">
  <a:themeElements>
    <a:clrScheme name="사용자 지정 6">
      <a:dk1>
        <a:sysClr val="windowText" lastClr="000000"/>
      </a:dk1>
      <a:lt1>
        <a:sysClr val="window" lastClr="FFFFFF"/>
      </a:lt1>
      <a:dk2>
        <a:srgbClr val="F46D43"/>
      </a:dk2>
      <a:lt2>
        <a:srgbClr val="D53E4F"/>
      </a:lt2>
      <a:accent1>
        <a:srgbClr val="FDAE61"/>
      </a:accent1>
      <a:accent2>
        <a:srgbClr val="FEE08B"/>
      </a:accent2>
      <a:accent3>
        <a:srgbClr val="ABDDA4"/>
      </a:accent3>
      <a:accent4>
        <a:srgbClr val="66C2A5"/>
      </a:accent4>
      <a:accent5>
        <a:srgbClr val="3288BD"/>
      </a:accent5>
      <a:accent6>
        <a:srgbClr val="5E4FA2"/>
      </a:accent6>
      <a:hlink>
        <a:srgbClr val="3288BD"/>
      </a:hlink>
      <a:folHlink>
        <a:srgbClr val="5E4FA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[생보강의안] 본문(흑)">
  <a:themeElements>
    <a:clrScheme name="사용자 지정 6">
      <a:dk1>
        <a:sysClr val="windowText" lastClr="000000"/>
      </a:dk1>
      <a:lt1>
        <a:sysClr val="window" lastClr="FFFFFF"/>
      </a:lt1>
      <a:dk2>
        <a:srgbClr val="F46D43"/>
      </a:dk2>
      <a:lt2>
        <a:srgbClr val="D53E4F"/>
      </a:lt2>
      <a:accent1>
        <a:srgbClr val="FDAE61"/>
      </a:accent1>
      <a:accent2>
        <a:srgbClr val="FEE08B"/>
      </a:accent2>
      <a:accent3>
        <a:srgbClr val="ABDDA4"/>
      </a:accent3>
      <a:accent4>
        <a:srgbClr val="66C2A5"/>
      </a:accent4>
      <a:accent5>
        <a:srgbClr val="3288BD"/>
      </a:accent5>
      <a:accent6>
        <a:srgbClr val="5E4FA2"/>
      </a:accent6>
      <a:hlink>
        <a:srgbClr val="3288BD"/>
      </a:hlink>
      <a:folHlink>
        <a:srgbClr val="5E4FA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[생보강의안] 본문(흑)">
  <a:themeElements>
    <a:clrScheme name="사용자 지정 6">
      <a:dk1>
        <a:sysClr val="windowText" lastClr="000000"/>
      </a:dk1>
      <a:lt1>
        <a:sysClr val="window" lastClr="FFFFFF"/>
      </a:lt1>
      <a:dk2>
        <a:srgbClr val="F46D43"/>
      </a:dk2>
      <a:lt2>
        <a:srgbClr val="D53E4F"/>
      </a:lt2>
      <a:accent1>
        <a:srgbClr val="FDAE61"/>
      </a:accent1>
      <a:accent2>
        <a:srgbClr val="FEE08B"/>
      </a:accent2>
      <a:accent3>
        <a:srgbClr val="ABDDA4"/>
      </a:accent3>
      <a:accent4>
        <a:srgbClr val="66C2A5"/>
      </a:accent4>
      <a:accent5>
        <a:srgbClr val="3288BD"/>
      </a:accent5>
      <a:accent6>
        <a:srgbClr val="5E4FA2"/>
      </a:accent6>
      <a:hlink>
        <a:srgbClr val="3288BD"/>
      </a:hlink>
      <a:folHlink>
        <a:srgbClr val="5E4FA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[생보강의안] 본문(흑)">
  <a:themeElements>
    <a:clrScheme name="사용자 지정 6">
      <a:dk1>
        <a:sysClr val="windowText" lastClr="000000"/>
      </a:dk1>
      <a:lt1>
        <a:sysClr val="window" lastClr="FFFFFF"/>
      </a:lt1>
      <a:dk2>
        <a:srgbClr val="F46D43"/>
      </a:dk2>
      <a:lt2>
        <a:srgbClr val="D53E4F"/>
      </a:lt2>
      <a:accent1>
        <a:srgbClr val="FDAE61"/>
      </a:accent1>
      <a:accent2>
        <a:srgbClr val="FEE08B"/>
      </a:accent2>
      <a:accent3>
        <a:srgbClr val="ABDDA4"/>
      </a:accent3>
      <a:accent4>
        <a:srgbClr val="66C2A5"/>
      </a:accent4>
      <a:accent5>
        <a:srgbClr val="3288BD"/>
      </a:accent5>
      <a:accent6>
        <a:srgbClr val="5E4FA2"/>
      </a:accent6>
      <a:hlink>
        <a:srgbClr val="3288BD"/>
      </a:hlink>
      <a:folHlink>
        <a:srgbClr val="5E4FA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2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6_[생보강의안] 본문(흑)">
  <a:themeElements>
    <a:clrScheme name="사용자 지정 6">
      <a:dk1>
        <a:sysClr val="windowText" lastClr="000000"/>
      </a:dk1>
      <a:lt1>
        <a:sysClr val="window" lastClr="FFFFFF"/>
      </a:lt1>
      <a:dk2>
        <a:srgbClr val="F46D43"/>
      </a:dk2>
      <a:lt2>
        <a:srgbClr val="D53E4F"/>
      </a:lt2>
      <a:accent1>
        <a:srgbClr val="FDAE61"/>
      </a:accent1>
      <a:accent2>
        <a:srgbClr val="FEE08B"/>
      </a:accent2>
      <a:accent3>
        <a:srgbClr val="ABDDA4"/>
      </a:accent3>
      <a:accent4>
        <a:srgbClr val="66C2A5"/>
      </a:accent4>
      <a:accent5>
        <a:srgbClr val="3288BD"/>
      </a:accent5>
      <a:accent6>
        <a:srgbClr val="5E4FA2"/>
      </a:accent6>
      <a:hlink>
        <a:srgbClr val="3288BD"/>
      </a:hlink>
      <a:folHlink>
        <a:srgbClr val="5E4FA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60741</TotalTime>
  <Words>666</Words>
  <Application>Microsoft Office PowerPoint</Application>
  <PresentationFormat>A4 용지(210x297mm)</PresentationFormat>
  <Paragraphs>107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9</vt:i4>
      </vt:variant>
      <vt:variant>
        <vt:lpstr>슬라이드 제목</vt:lpstr>
      </vt:variant>
      <vt:variant>
        <vt:i4>4</vt:i4>
      </vt:variant>
    </vt:vector>
  </HeadingPairs>
  <TitlesOfParts>
    <vt:vector size="24" baseType="lpstr">
      <vt:lpstr>Calibri Light</vt:lpstr>
      <vt:lpstr>맑은 고딕</vt:lpstr>
      <vt:lpstr>나눔고딕</vt:lpstr>
      <vt:lpstr>Arial</vt:lpstr>
      <vt:lpstr>Calibri</vt:lpstr>
      <vt:lpstr>나눔스퀘어 ExtraBold</vt:lpstr>
      <vt:lpstr>HY견고딕</vt:lpstr>
      <vt:lpstr>a고딕14</vt:lpstr>
      <vt:lpstr>Tahoma</vt:lpstr>
      <vt:lpstr>나눔스퀘어</vt:lpstr>
      <vt:lpstr>나눔고딕 ExtraBold</vt:lpstr>
      <vt:lpstr>1_[생보강의안] 본문(흑)</vt:lpstr>
      <vt:lpstr>2_[생보강의안] 본문(흑)</vt:lpstr>
      <vt:lpstr>4_[생보강의안] 본문(흑)</vt:lpstr>
      <vt:lpstr>2_디자인 사용자 지정</vt:lpstr>
      <vt:lpstr>3_[생보강의안] 본문(흑)</vt:lpstr>
      <vt:lpstr>[생보강의안] 본문(흑)</vt:lpstr>
      <vt:lpstr>5_[생보강의안] 본문(흑)</vt:lpstr>
      <vt:lpstr>2_Office 테마</vt:lpstr>
      <vt:lpstr>6_[생보강의안] 본문(흑)</vt:lpstr>
      <vt:lpstr>PowerPoint 프레젠테이션</vt:lpstr>
      <vt:lpstr>복리후생 – 상반기 자녀 장학금 지원</vt:lpstr>
      <vt:lpstr>복리후생 – 상반기 자녀 장학금 지원</vt:lpstr>
      <vt:lpstr>복리후생 – 상반기 자녀 장학금 지원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에이플러스에셋</cp:lastModifiedBy>
  <cp:revision>1217</cp:revision>
  <cp:lastPrinted>2024-01-26T05:19:43Z</cp:lastPrinted>
  <dcterms:created xsi:type="dcterms:W3CDTF">2022-08-26T04:40:20Z</dcterms:created>
  <dcterms:modified xsi:type="dcterms:W3CDTF">2026-08-10T07:40:58Z</dcterms:modified>
</cp:coreProperties>
</file>